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67" r:id="rId3"/>
    <p:sldId id="268" r:id="rId4"/>
    <p:sldId id="274" r:id="rId5"/>
    <p:sldId id="269" r:id="rId6"/>
    <p:sldId id="275" r:id="rId7"/>
    <p:sldId id="270" r:id="rId8"/>
    <p:sldId id="273" r:id="rId9"/>
    <p:sldId id="271" r:id="rId10"/>
    <p:sldId id="280" r:id="rId11"/>
    <p:sldId id="287" r:id="rId12"/>
    <p:sldId id="286" r:id="rId13"/>
    <p:sldId id="290" r:id="rId14"/>
    <p:sldId id="291" r:id="rId15"/>
    <p:sldId id="283" r:id="rId16"/>
    <p:sldId id="292" r:id="rId17"/>
    <p:sldId id="278" r:id="rId18"/>
    <p:sldId id="277" r:id="rId19"/>
    <p:sldId id="284" r:id="rId20"/>
    <p:sldId id="288" r:id="rId21"/>
    <p:sldId id="289" r:id="rId22"/>
    <p:sldId id="282" r:id="rId23"/>
    <p:sldId id="294" r:id="rId24"/>
    <p:sldId id="293" r:id="rId25"/>
    <p:sldId id="28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2E5E79-F474-4D5D-92E2-D22769A96BEB}" v="17" dt="2025-12-12T04:23:31.3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05" d="100"/>
          <a:sy n="105" d="100"/>
        </p:scale>
        <p:origin x="72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as Ghongade" userId="b947b9fc566f6bb8" providerId="LiveId" clId="{D7332B62-AF99-4ADF-B858-FDFA2E26BE5E}"/>
    <pc:docChg chg="undo custSel addSld delSld modSld sldOrd">
      <pc:chgData name="Rajas Ghongade" userId="b947b9fc566f6bb8" providerId="LiveId" clId="{D7332B62-AF99-4ADF-B858-FDFA2E26BE5E}" dt="2025-12-12T04:24:21.444" v="240" actId="20577"/>
      <pc:docMkLst>
        <pc:docMk/>
      </pc:docMkLst>
      <pc:sldChg chg="modSp mod">
        <pc:chgData name="Rajas Ghongade" userId="b947b9fc566f6bb8" providerId="LiveId" clId="{D7332B62-AF99-4ADF-B858-FDFA2E26BE5E}" dt="2025-12-12T04:05:26.685" v="159" actId="20577"/>
        <pc:sldMkLst>
          <pc:docMk/>
          <pc:sldMk cId="764009240" sldId="269"/>
        </pc:sldMkLst>
        <pc:graphicFrameChg chg="mod modGraphic">
          <ac:chgData name="Rajas Ghongade" userId="b947b9fc566f6bb8" providerId="LiveId" clId="{D7332B62-AF99-4ADF-B858-FDFA2E26BE5E}" dt="2025-12-12T04:05:26.685" v="159" actId="20577"/>
          <ac:graphicFrameMkLst>
            <pc:docMk/>
            <pc:sldMk cId="764009240" sldId="269"/>
            <ac:graphicFrameMk id="13" creationId="{F69173DC-9F4B-2CCD-F3DC-600B0747F5F0}"/>
          </ac:graphicFrameMkLst>
        </pc:graphicFrameChg>
      </pc:sldChg>
      <pc:sldChg chg="modSp mod">
        <pc:chgData name="Rajas Ghongade" userId="b947b9fc566f6bb8" providerId="LiveId" clId="{D7332B62-AF99-4ADF-B858-FDFA2E26BE5E}" dt="2025-12-12T03:59:42.788" v="91" actId="20577"/>
        <pc:sldMkLst>
          <pc:docMk/>
          <pc:sldMk cId="2326623764" sldId="274"/>
        </pc:sldMkLst>
        <pc:spChg chg="mod">
          <ac:chgData name="Rajas Ghongade" userId="b947b9fc566f6bb8" providerId="LiveId" clId="{D7332B62-AF99-4ADF-B858-FDFA2E26BE5E}" dt="2025-12-12T03:59:42.788" v="91" actId="20577"/>
          <ac:spMkLst>
            <pc:docMk/>
            <pc:sldMk cId="2326623764" sldId="274"/>
            <ac:spMk id="5" creationId="{28D9000A-D479-8978-F4A8-568D8130FCC9}"/>
          </ac:spMkLst>
        </pc:spChg>
      </pc:sldChg>
      <pc:sldChg chg="modSp mod">
        <pc:chgData name="Rajas Ghongade" userId="b947b9fc566f6bb8" providerId="LiveId" clId="{D7332B62-AF99-4ADF-B858-FDFA2E26BE5E}" dt="2025-12-12T04:05:34.656" v="162" actId="20577"/>
        <pc:sldMkLst>
          <pc:docMk/>
          <pc:sldMk cId="1019224099" sldId="275"/>
        </pc:sldMkLst>
        <pc:spChg chg="mod">
          <ac:chgData name="Rajas Ghongade" userId="b947b9fc566f6bb8" providerId="LiveId" clId="{D7332B62-AF99-4ADF-B858-FDFA2E26BE5E}" dt="2025-12-12T04:05:34.656" v="162" actId="20577"/>
          <ac:spMkLst>
            <pc:docMk/>
            <pc:sldMk cId="1019224099" sldId="275"/>
            <ac:spMk id="5" creationId="{BE0E4131-D099-4A32-2709-D383DF37F14C}"/>
          </ac:spMkLst>
        </pc:spChg>
      </pc:sldChg>
      <pc:sldChg chg="addSp delSp modSp mod">
        <pc:chgData name="Rajas Ghongade" userId="b947b9fc566f6bb8" providerId="LiveId" clId="{D7332B62-AF99-4ADF-B858-FDFA2E26BE5E}" dt="2025-12-12T04:24:21.444" v="240" actId="20577"/>
        <pc:sldMkLst>
          <pc:docMk/>
          <pc:sldMk cId="903687393" sldId="282"/>
        </pc:sldMkLst>
        <pc:spChg chg="add mod">
          <ac:chgData name="Rajas Ghongade" userId="b947b9fc566f6bb8" providerId="LiveId" clId="{D7332B62-AF99-4ADF-B858-FDFA2E26BE5E}" dt="2025-12-12T04:24:21.444" v="240" actId="20577"/>
          <ac:spMkLst>
            <pc:docMk/>
            <pc:sldMk cId="903687393" sldId="282"/>
            <ac:spMk id="8" creationId="{179FC7C5-ACF2-8768-B48C-9C9A046D30A6}"/>
          </ac:spMkLst>
        </pc:spChg>
        <pc:picChg chg="del">
          <ac:chgData name="Rajas Ghongade" userId="b947b9fc566f6bb8" providerId="LiveId" clId="{D7332B62-AF99-4ADF-B858-FDFA2E26BE5E}" dt="2025-12-12T04:23:04.995" v="207" actId="478"/>
          <ac:picMkLst>
            <pc:docMk/>
            <pc:sldMk cId="903687393" sldId="282"/>
            <ac:picMk id="6" creationId="{933AD9E3-8A1C-244B-576E-E970D32496C4}"/>
          </ac:picMkLst>
        </pc:picChg>
        <pc:picChg chg="add mod">
          <ac:chgData name="Rajas Ghongade" userId="b947b9fc566f6bb8" providerId="LiveId" clId="{D7332B62-AF99-4ADF-B858-FDFA2E26BE5E}" dt="2025-12-12T04:23:19.790" v="210" actId="962"/>
          <ac:picMkLst>
            <pc:docMk/>
            <pc:sldMk cId="903687393" sldId="282"/>
            <ac:picMk id="7" creationId="{4BBACBD6-5A52-71D0-77CB-C45B5CC1E782}"/>
          </ac:picMkLst>
        </pc:picChg>
      </pc:sldChg>
      <pc:sldChg chg="addSp delSp modSp mod ord">
        <pc:chgData name="Rajas Ghongade" userId="b947b9fc566f6bb8" providerId="LiveId" clId="{D7332B62-AF99-4ADF-B858-FDFA2E26BE5E}" dt="2025-12-12T04:14:33.060" v="197" actId="20577"/>
        <pc:sldMkLst>
          <pc:docMk/>
          <pc:sldMk cId="799720372" sldId="283"/>
        </pc:sldMkLst>
        <pc:spChg chg="add mod">
          <ac:chgData name="Rajas Ghongade" userId="b947b9fc566f6bb8" providerId="LiveId" clId="{D7332B62-AF99-4ADF-B858-FDFA2E26BE5E}" dt="2025-12-12T04:14:33.060" v="197" actId="20577"/>
          <ac:spMkLst>
            <pc:docMk/>
            <pc:sldMk cId="799720372" sldId="283"/>
            <ac:spMk id="5" creationId="{C3DA5910-55A4-1B73-5A49-075B1CE2D5AC}"/>
          </ac:spMkLst>
        </pc:spChg>
        <pc:picChg chg="del">
          <ac:chgData name="Rajas Ghongade" userId="b947b9fc566f6bb8" providerId="LiveId" clId="{D7332B62-AF99-4ADF-B858-FDFA2E26BE5E}" dt="2025-12-12T04:13:16.055" v="190" actId="478"/>
          <ac:picMkLst>
            <pc:docMk/>
            <pc:sldMk cId="799720372" sldId="283"/>
            <ac:picMk id="6" creationId="{5AB6B1B9-3A77-FA8D-00FE-F6477A68E45A}"/>
          </ac:picMkLst>
        </pc:picChg>
      </pc:sldChg>
      <pc:sldChg chg="modSp mod">
        <pc:chgData name="Rajas Ghongade" userId="b947b9fc566f6bb8" providerId="LiveId" clId="{D7332B62-AF99-4ADF-B858-FDFA2E26BE5E}" dt="2025-12-12T04:10:11.825" v="171" actId="20577"/>
        <pc:sldMkLst>
          <pc:docMk/>
          <pc:sldMk cId="1335627332" sldId="290"/>
        </pc:sldMkLst>
        <pc:spChg chg="mod">
          <ac:chgData name="Rajas Ghongade" userId="b947b9fc566f6bb8" providerId="LiveId" clId="{D7332B62-AF99-4ADF-B858-FDFA2E26BE5E}" dt="2025-12-12T04:10:11.825" v="171" actId="20577"/>
          <ac:spMkLst>
            <pc:docMk/>
            <pc:sldMk cId="1335627332" sldId="290"/>
            <ac:spMk id="8" creationId="{FA76520C-F65C-9E04-DDE3-ECFFE7C2ADC0}"/>
          </ac:spMkLst>
        </pc:spChg>
      </pc:sldChg>
      <pc:sldChg chg="addSp delSp modSp mod">
        <pc:chgData name="Rajas Ghongade" userId="b947b9fc566f6bb8" providerId="LiveId" clId="{D7332B62-AF99-4ADF-B858-FDFA2E26BE5E}" dt="2025-12-12T04:12:48.680" v="189" actId="20577"/>
        <pc:sldMkLst>
          <pc:docMk/>
          <pc:sldMk cId="3957422391" sldId="291"/>
        </pc:sldMkLst>
        <pc:spChg chg="add del mod">
          <ac:chgData name="Rajas Ghongade" userId="b947b9fc566f6bb8" providerId="LiveId" clId="{D7332B62-AF99-4ADF-B858-FDFA2E26BE5E}" dt="2025-12-12T04:11:41.047" v="182"/>
          <ac:spMkLst>
            <pc:docMk/>
            <pc:sldMk cId="3957422391" sldId="291"/>
            <ac:spMk id="5" creationId="{7A91E1B1-2CFA-4692-81D2-BE5C7C9A7506}"/>
          </ac:spMkLst>
        </pc:spChg>
        <pc:spChg chg="add mod">
          <ac:chgData name="Rajas Ghongade" userId="b947b9fc566f6bb8" providerId="LiveId" clId="{D7332B62-AF99-4ADF-B858-FDFA2E26BE5E}" dt="2025-12-12T04:12:48.680" v="189" actId="20577"/>
          <ac:spMkLst>
            <pc:docMk/>
            <pc:sldMk cId="3957422391" sldId="291"/>
            <ac:spMk id="6" creationId="{B44B9A03-6594-A028-CF29-E8F56E7A0D57}"/>
          </ac:spMkLst>
        </pc:spChg>
        <pc:spChg chg="del mod">
          <ac:chgData name="Rajas Ghongade" userId="b947b9fc566f6bb8" providerId="LiveId" clId="{D7332B62-AF99-4ADF-B858-FDFA2E26BE5E}" dt="2025-12-12T04:11:05.538" v="175" actId="478"/>
          <ac:spMkLst>
            <pc:docMk/>
            <pc:sldMk cId="3957422391" sldId="291"/>
            <ac:spMk id="21" creationId="{973418C2-C6E4-219F-81A0-32CDD96F80F5}"/>
          </ac:spMkLst>
        </pc:spChg>
        <pc:spChg chg="del mod">
          <ac:chgData name="Rajas Ghongade" userId="b947b9fc566f6bb8" providerId="LiveId" clId="{D7332B62-AF99-4ADF-B858-FDFA2E26BE5E}" dt="2025-12-12T04:11:05.538" v="177"/>
          <ac:spMkLst>
            <pc:docMk/>
            <pc:sldMk cId="3957422391" sldId="291"/>
            <ac:spMk id="26" creationId="{A170B7FF-46A3-26DD-9010-C6444897D678}"/>
          </ac:spMkLst>
        </pc:spChg>
      </pc:sldChg>
      <pc:sldChg chg="modSp mod">
        <pc:chgData name="Rajas Ghongade" userId="b947b9fc566f6bb8" providerId="LiveId" clId="{D7332B62-AF99-4ADF-B858-FDFA2E26BE5E}" dt="2025-12-12T04:16:05.602" v="203" actId="20577"/>
        <pc:sldMkLst>
          <pc:docMk/>
          <pc:sldMk cId="3155411317" sldId="292"/>
        </pc:sldMkLst>
        <pc:spChg chg="mod">
          <ac:chgData name="Rajas Ghongade" userId="b947b9fc566f6bb8" providerId="LiveId" clId="{D7332B62-AF99-4ADF-B858-FDFA2E26BE5E}" dt="2025-12-12T04:16:05.602" v="203" actId="20577"/>
          <ac:spMkLst>
            <pc:docMk/>
            <pc:sldMk cId="3155411317" sldId="292"/>
            <ac:spMk id="26" creationId="{17CC0B18-87DA-7F47-86AC-1D62232140D8}"/>
          </ac:spMkLst>
        </pc:spChg>
      </pc:sldChg>
      <pc:sldChg chg="new del">
        <pc:chgData name="Rajas Ghongade" userId="b947b9fc566f6bb8" providerId="LiveId" clId="{D7332B62-AF99-4ADF-B858-FDFA2E26BE5E}" dt="2025-12-12T04:22:52.993" v="205" actId="2696"/>
        <pc:sldMkLst>
          <pc:docMk/>
          <pc:sldMk cId="284752822" sldId="294"/>
        </pc:sldMkLst>
      </pc:sldChg>
      <pc:sldChg chg="add">
        <pc:chgData name="Rajas Ghongade" userId="b947b9fc566f6bb8" providerId="LiveId" clId="{D7332B62-AF99-4ADF-B858-FDFA2E26BE5E}" dt="2025-12-12T04:22:59.314" v="206" actId="2890"/>
        <pc:sldMkLst>
          <pc:docMk/>
          <pc:sldMk cId="1788861941" sldId="29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18F230-3959-4D28-B9F6-087EDBBEC990}" type="datetimeFigureOut">
              <a:rPr lang="en-US" smtClean="0"/>
              <a:t>12/12/2025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1F71E9-D4C0-4BCD-A1AF-E5519BF499F7}" type="slidenum">
              <a:rPr lang="en-US" smtClean="0"/>
              <a:t>‹#›</a:t>
            </a:fld>
            <a:endParaRPr lang="en-US"/>
          </a:p>
        </p:txBody>
      </p:sp>
    </p:spTree>
    <p:extLst>
      <p:ext uri="{BB962C8B-B14F-4D97-AF65-F5344CB8AC3E}">
        <p14:creationId xmlns:p14="http://schemas.microsoft.com/office/powerpoint/2010/main" val="342144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2</a:t>
            </a:fld>
            <a:endParaRPr lang="en-IN"/>
          </a:p>
        </p:txBody>
      </p:sp>
    </p:spTree>
    <p:extLst>
      <p:ext uri="{BB962C8B-B14F-4D97-AF65-F5344CB8AC3E}">
        <p14:creationId xmlns:p14="http://schemas.microsoft.com/office/powerpoint/2010/main" val="1212574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C7339-87F3-EE6C-FCBC-27B1492DE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85AB3C-4619-CA41-0215-D9BD4872B9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230965-8938-1DF4-01FB-78735ED1346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53EB499-9EF4-9E8E-7A5E-D6FE48C55F9F}"/>
              </a:ext>
            </a:extLst>
          </p:cNvPr>
          <p:cNvSpPr>
            <a:spLocks noGrp="1"/>
          </p:cNvSpPr>
          <p:nvPr>
            <p:ph type="sldNum" sz="quarter" idx="5"/>
          </p:nvPr>
        </p:nvSpPr>
        <p:spPr/>
        <p:txBody>
          <a:bodyPr/>
          <a:lstStyle/>
          <a:p>
            <a:fld id="{4BD5559C-9A1D-465C-BD22-C64000BBBB10}" type="slidenum">
              <a:rPr lang="en-IN" smtClean="0"/>
              <a:pPr/>
              <a:t>3</a:t>
            </a:fld>
            <a:endParaRPr lang="en-IN"/>
          </a:p>
        </p:txBody>
      </p:sp>
    </p:spTree>
    <p:extLst>
      <p:ext uri="{BB962C8B-B14F-4D97-AF65-F5344CB8AC3E}">
        <p14:creationId xmlns:p14="http://schemas.microsoft.com/office/powerpoint/2010/main" val="2107724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D80DA-DB12-3DB9-E612-2262F7777A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050BE6-2DE8-4F40-0402-A15D7B620B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0B070A-B6A3-F3A1-6054-2B60828ED56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9ED5CC6-508A-6D63-7C93-BD391A6D5895}"/>
              </a:ext>
            </a:extLst>
          </p:cNvPr>
          <p:cNvSpPr>
            <a:spLocks noGrp="1"/>
          </p:cNvSpPr>
          <p:nvPr>
            <p:ph type="sldNum" sz="quarter" idx="5"/>
          </p:nvPr>
        </p:nvSpPr>
        <p:spPr/>
        <p:txBody>
          <a:bodyPr/>
          <a:lstStyle/>
          <a:p>
            <a:fld id="{4BD5559C-9A1D-465C-BD22-C64000BBBB10}" type="slidenum">
              <a:rPr lang="en-IN" smtClean="0"/>
              <a:pPr/>
              <a:t>4</a:t>
            </a:fld>
            <a:endParaRPr lang="en-IN"/>
          </a:p>
        </p:txBody>
      </p:sp>
    </p:spTree>
    <p:extLst>
      <p:ext uri="{BB962C8B-B14F-4D97-AF65-F5344CB8AC3E}">
        <p14:creationId xmlns:p14="http://schemas.microsoft.com/office/powerpoint/2010/main" val="29662810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2CC33-5D19-4EF3-D558-707DA819F1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9F5806-E0A5-3C57-18EA-ADB3CBF30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1CF7FE-48D0-B36D-4F6B-36319E1E318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171D3D0-CC34-AC8C-0D0A-AE8FF2A682E3}"/>
              </a:ext>
            </a:extLst>
          </p:cNvPr>
          <p:cNvSpPr>
            <a:spLocks noGrp="1"/>
          </p:cNvSpPr>
          <p:nvPr>
            <p:ph type="sldNum" sz="quarter" idx="5"/>
          </p:nvPr>
        </p:nvSpPr>
        <p:spPr/>
        <p:txBody>
          <a:bodyPr/>
          <a:lstStyle/>
          <a:p>
            <a:fld id="{4BD5559C-9A1D-465C-BD22-C64000BBBB10}" type="slidenum">
              <a:rPr lang="en-IN" smtClean="0"/>
              <a:pPr/>
              <a:t>5</a:t>
            </a:fld>
            <a:endParaRPr lang="en-IN"/>
          </a:p>
        </p:txBody>
      </p:sp>
    </p:spTree>
    <p:extLst>
      <p:ext uri="{BB962C8B-B14F-4D97-AF65-F5344CB8AC3E}">
        <p14:creationId xmlns:p14="http://schemas.microsoft.com/office/powerpoint/2010/main" val="9073001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96430-0B6F-76A7-44F7-6AAE43BA74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3CC0C8-32CB-043C-5B23-C939916DB9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6EC953-0C85-5DE5-29A8-0BE87A84EEC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0D88DB3-76DA-13F8-4857-5182B6F4CD89}"/>
              </a:ext>
            </a:extLst>
          </p:cNvPr>
          <p:cNvSpPr>
            <a:spLocks noGrp="1"/>
          </p:cNvSpPr>
          <p:nvPr>
            <p:ph type="sldNum" sz="quarter" idx="5"/>
          </p:nvPr>
        </p:nvSpPr>
        <p:spPr/>
        <p:txBody>
          <a:bodyPr/>
          <a:lstStyle/>
          <a:p>
            <a:fld id="{4BD5559C-9A1D-465C-BD22-C64000BBBB10}" type="slidenum">
              <a:rPr lang="en-IN" smtClean="0"/>
              <a:pPr/>
              <a:t>6</a:t>
            </a:fld>
            <a:endParaRPr lang="en-IN"/>
          </a:p>
        </p:txBody>
      </p:sp>
    </p:spTree>
    <p:extLst>
      <p:ext uri="{BB962C8B-B14F-4D97-AF65-F5344CB8AC3E}">
        <p14:creationId xmlns:p14="http://schemas.microsoft.com/office/powerpoint/2010/main" val="17041330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15053-E15F-5E82-1515-989BD473A4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122DF7-E92C-6065-DE7E-66F65F1696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BC39E4-DE60-07D5-705D-04D91C09E0F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AFF3A5D-AD14-D84D-18B0-5EE59783E586}"/>
              </a:ext>
            </a:extLst>
          </p:cNvPr>
          <p:cNvSpPr>
            <a:spLocks noGrp="1"/>
          </p:cNvSpPr>
          <p:nvPr>
            <p:ph type="sldNum" sz="quarter" idx="5"/>
          </p:nvPr>
        </p:nvSpPr>
        <p:spPr/>
        <p:txBody>
          <a:bodyPr/>
          <a:lstStyle/>
          <a:p>
            <a:fld id="{4BD5559C-9A1D-465C-BD22-C64000BBBB10}" type="slidenum">
              <a:rPr lang="en-IN" smtClean="0"/>
              <a:pPr/>
              <a:t>7</a:t>
            </a:fld>
            <a:endParaRPr lang="en-IN"/>
          </a:p>
        </p:txBody>
      </p:sp>
    </p:spTree>
    <p:extLst>
      <p:ext uri="{BB962C8B-B14F-4D97-AF65-F5344CB8AC3E}">
        <p14:creationId xmlns:p14="http://schemas.microsoft.com/office/powerpoint/2010/main" val="42115762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0A355-CFD2-9777-3C74-069291A961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932F92-6F94-EABE-FB13-082F517524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284B39-6B80-CF52-5372-D744C0C6B8F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8CFB572-7B2A-BDBE-CEB6-321F7E8BDAEA}"/>
              </a:ext>
            </a:extLst>
          </p:cNvPr>
          <p:cNvSpPr>
            <a:spLocks noGrp="1"/>
          </p:cNvSpPr>
          <p:nvPr>
            <p:ph type="sldNum" sz="quarter" idx="5"/>
          </p:nvPr>
        </p:nvSpPr>
        <p:spPr/>
        <p:txBody>
          <a:bodyPr/>
          <a:lstStyle/>
          <a:p>
            <a:fld id="{4BD5559C-9A1D-465C-BD22-C64000BBBB10}" type="slidenum">
              <a:rPr lang="en-IN" smtClean="0"/>
              <a:pPr/>
              <a:t>8</a:t>
            </a:fld>
            <a:endParaRPr lang="en-IN"/>
          </a:p>
        </p:txBody>
      </p:sp>
    </p:spTree>
    <p:extLst>
      <p:ext uri="{BB962C8B-B14F-4D97-AF65-F5344CB8AC3E}">
        <p14:creationId xmlns:p14="http://schemas.microsoft.com/office/powerpoint/2010/main" val="30933257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DBFC5-E1FD-9EE0-F48D-2EF57626A8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865D59-236C-B472-108F-557771A7C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A4F202-72A2-C626-750A-A76736CC287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E9E8B55-BC7B-F542-3E1F-6E4AF05F39C9}"/>
              </a:ext>
            </a:extLst>
          </p:cNvPr>
          <p:cNvSpPr>
            <a:spLocks noGrp="1"/>
          </p:cNvSpPr>
          <p:nvPr>
            <p:ph type="sldNum" sz="quarter" idx="5"/>
          </p:nvPr>
        </p:nvSpPr>
        <p:spPr/>
        <p:txBody>
          <a:bodyPr/>
          <a:lstStyle/>
          <a:p>
            <a:fld id="{4BD5559C-9A1D-465C-BD22-C64000BBBB10}" type="slidenum">
              <a:rPr lang="en-IN" smtClean="0"/>
              <a:pPr/>
              <a:t>9</a:t>
            </a:fld>
            <a:endParaRPr lang="en-IN"/>
          </a:p>
        </p:txBody>
      </p:sp>
    </p:spTree>
    <p:extLst>
      <p:ext uri="{BB962C8B-B14F-4D97-AF65-F5344CB8AC3E}">
        <p14:creationId xmlns:p14="http://schemas.microsoft.com/office/powerpoint/2010/main" val="24297967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EB487-08A8-AB61-2FAA-A0871CFC96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12BB1A-D157-1B2A-5800-2576AFA2F3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F0D358-1D7D-76AD-5274-CDA9FA28654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C4910E7-2CCD-B7C2-7D73-B57CFDD951EE}"/>
              </a:ext>
            </a:extLst>
          </p:cNvPr>
          <p:cNvSpPr>
            <a:spLocks noGrp="1"/>
          </p:cNvSpPr>
          <p:nvPr>
            <p:ph type="sldNum" sz="quarter" idx="5"/>
          </p:nvPr>
        </p:nvSpPr>
        <p:spPr/>
        <p:txBody>
          <a:bodyPr/>
          <a:lstStyle/>
          <a:p>
            <a:fld id="{4BD5559C-9A1D-465C-BD22-C64000BBBB10}" type="slidenum">
              <a:rPr lang="en-IN" smtClean="0"/>
              <a:pPr/>
              <a:t>10</a:t>
            </a:fld>
            <a:endParaRPr lang="en-IN"/>
          </a:p>
        </p:txBody>
      </p:sp>
    </p:spTree>
    <p:extLst>
      <p:ext uri="{BB962C8B-B14F-4D97-AF65-F5344CB8AC3E}">
        <p14:creationId xmlns:p14="http://schemas.microsoft.com/office/powerpoint/2010/main" val="33865370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35258-5212-5F22-FA2B-53E2F73FEC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4641E1-5160-2708-E76D-2F628540A3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C98367-6C9D-7E44-ED90-52E808491D6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33EF51E-2416-A3BF-871B-E1A9F64DA838}"/>
              </a:ext>
            </a:extLst>
          </p:cNvPr>
          <p:cNvSpPr>
            <a:spLocks noGrp="1"/>
          </p:cNvSpPr>
          <p:nvPr>
            <p:ph type="sldNum" sz="quarter" idx="5"/>
          </p:nvPr>
        </p:nvSpPr>
        <p:spPr/>
        <p:txBody>
          <a:bodyPr/>
          <a:lstStyle/>
          <a:p>
            <a:fld id="{4BD5559C-9A1D-465C-BD22-C64000BBBB10}" type="slidenum">
              <a:rPr lang="en-IN" smtClean="0"/>
              <a:pPr/>
              <a:t>11</a:t>
            </a:fld>
            <a:endParaRPr lang="en-IN"/>
          </a:p>
        </p:txBody>
      </p:sp>
    </p:spTree>
    <p:extLst>
      <p:ext uri="{BB962C8B-B14F-4D97-AF65-F5344CB8AC3E}">
        <p14:creationId xmlns:p14="http://schemas.microsoft.com/office/powerpoint/2010/main" val="16707162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54336-4DC5-312B-6B51-9F114D29AE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37E330-00E3-83ED-943C-AB43DF2FB6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430253-DC2C-87A0-9768-C787A34817C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D158AC7-08F2-5545-F712-DB3138820DE3}"/>
              </a:ext>
            </a:extLst>
          </p:cNvPr>
          <p:cNvSpPr>
            <a:spLocks noGrp="1"/>
          </p:cNvSpPr>
          <p:nvPr>
            <p:ph type="sldNum" sz="quarter" idx="5"/>
          </p:nvPr>
        </p:nvSpPr>
        <p:spPr/>
        <p:txBody>
          <a:bodyPr/>
          <a:lstStyle/>
          <a:p>
            <a:fld id="{4BD5559C-9A1D-465C-BD22-C64000BBBB10}" type="slidenum">
              <a:rPr lang="en-IN" smtClean="0"/>
              <a:pPr/>
              <a:t>12</a:t>
            </a:fld>
            <a:endParaRPr lang="en-IN"/>
          </a:p>
        </p:txBody>
      </p:sp>
    </p:spTree>
    <p:extLst>
      <p:ext uri="{BB962C8B-B14F-4D97-AF65-F5344CB8AC3E}">
        <p14:creationId xmlns:p14="http://schemas.microsoft.com/office/powerpoint/2010/main" val="35007843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28B16-7D36-880D-71E3-77896C8A79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18D1DE-F908-5331-2F22-036F5F25F4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43E580-8EFA-0632-4BDB-CEA4A99AB9B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FCBE188-A472-14D3-A94F-A7E651E4FF8F}"/>
              </a:ext>
            </a:extLst>
          </p:cNvPr>
          <p:cNvSpPr>
            <a:spLocks noGrp="1"/>
          </p:cNvSpPr>
          <p:nvPr>
            <p:ph type="sldNum" sz="quarter" idx="5"/>
          </p:nvPr>
        </p:nvSpPr>
        <p:spPr/>
        <p:txBody>
          <a:bodyPr/>
          <a:lstStyle/>
          <a:p>
            <a:fld id="{4BD5559C-9A1D-465C-BD22-C64000BBBB10}" type="slidenum">
              <a:rPr lang="en-IN" smtClean="0"/>
              <a:pPr/>
              <a:t>13</a:t>
            </a:fld>
            <a:endParaRPr lang="en-IN"/>
          </a:p>
        </p:txBody>
      </p:sp>
    </p:spTree>
    <p:extLst>
      <p:ext uri="{BB962C8B-B14F-4D97-AF65-F5344CB8AC3E}">
        <p14:creationId xmlns:p14="http://schemas.microsoft.com/office/powerpoint/2010/main" val="18679264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B8E81-DA9E-FD46-148A-1730D72A8A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DADA5-D8E8-F390-F094-FF578C3CA9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734C36-259A-3D57-1650-8C5A7B31197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11ADFA5-7C6F-FCF7-8BBC-657828887787}"/>
              </a:ext>
            </a:extLst>
          </p:cNvPr>
          <p:cNvSpPr>
            <a:spLocks noGrp="1"/>
          </p:cNvSpPr>
          <p:nvPr>
            <p:ph type="sldNum" sz="quarter" idx="5"/>
          </p:nvPr>
        </p:nvSpPr>
        <p:spPr/>
        <p:txBody>
          <a:bodyPr/>
          <a:lstStyle/>
          <a:p>
            <a:fld id="{4BD5559C-9A1D-465C-BD22-C64000BBBB10}" type="slidenum">
              <a:rPr lang="en-IN" smtClean="0"/>
              <a:pPr/>
              <a:t>14</a:t>
            </a:fld>
            <a:endParaRPr lang="en-IN"/>
          </a:p>
        </p:txBody>
      </p:sp>
    </p:spTree>
    <p:extLst>
      <p:ext uri="{BB962C8B-B14F-4D97-AF65-F5344CB8AC3E}">
        <p14:creationId xmlns:p14="http://schemas.microsoft.com/office/powerpoint/2010/main" val="15750375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89686-4F75-11CA-3B2E-7D76A1EE4C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DB6D0E-EFD5-4E2B-4587-7D55C028F0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C83F00-5056-CAE7-BCBE-3D10C27D364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B14C80F-8936-8904-AB11-68A18D84A4C6}"/>
              </a:ext>
            </a:extLst>
          </p:cNvPr>
          <p:cNvSpPr>
            <a:spLocks noGrp="1"/>
          </p:cNvSpPr>
          <p:nvPr>
            <p:ph type="sldNum" sz="quarter" idx="5"/>
          </p:nvPr>
        </p:nvSpPr>
        <p:spPr/>
        <p:txBody>
          <a:bodyPr/>
          <a:lstStyle/>
          <a:p>
            <a:fld id="{4BD5559C-9A1D-465C-BD22-C64000BBBB10}" type="slidenum">
              <a:rPr lang="en-IN" smtClean="0"/>
              <a:pPr/>
              <a:t>15</a:t>
            </a:fld>
            <a:endParaRPr lang="en-IN"/>
          </a:p>
        </p:txBody>
      </p:sp>
    </p:spTree>
    <p:extLst>
      <p:ext uri="{BB962C8B-B14F-4D97-AF65-F5344CB8AC3E}">
        <p14:creationId xmlns:p14="http://schemas.microsoft.com/office/powerpoint/2010/main" val="28372934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5567D-DED6-703A-AEC4-1BBA88653D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EB2E95-FEB9-8AAD-5C5E-54038E0FF1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9E9B94-C8AA-FF9C-89D1-6F7198D89BC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C103AEC-27E9-02E3-69AE-7DCCDB9130F9}"/>
              </a:ext>
            </a:extLst>
          </p:cNvPr>
          <p:cNvSpPr>
            <a:spLocks noGrp="1"/>
          </p:cNvSpPr>
          <p:nvPr>
            <p:ph type="sldNum" sz="quarter" idx="5"/>
          </p:nvPr>
        </p:nvSpPr>
        <p:spPr/>
        <p:txBody>
          <a:bodyPr/>
          <a:lstStyle/>
          <a:p>
            <a:fld id="{4BD5559C-9A1D-465C-BD22-C64000BBBB10}" type="slidenum">
              <a:rPr lang="en-IN" smtClean="0"/>
              <a:pPr/>
              <a:t>16</a:t>
            </a:fld>
            <a:endParaRPr lang="en-IN"/>
          </a:p>
        </p:txBody>
      </p:sp>
    </p:spTree>
    <p:extLst>
      <p:ext uri="{BB962C8B-B14F-4D97-AF65-F5344CB8AC3E}">
        <p14:creationId xmlns:p14="http://schemas.microsoft.com/office/powerpoint/2010/main" val="6091089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4515B-01A8-6ACA-835C-561423D586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07266A-06BB-36B5-073D-AA727C1E51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CB1DC3-8654-712A-B718-D793B06070F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5B7E919-BED3-AB15-1212-9632549FF75A}"/>
              </a:ext>
            </a:extLst>
          </p:cNvPr>
          <p:cNvSpPr>
            <a:spLocks noGrp="1"/>
          </p:cNvSpPr>
          <p:nvPr>
            <p:ph type="sldNum" sz="quarter" idx="5"/>
          </p:nvPr>
        </p:nvSpPr>
        <p:spPr/>
        <p:txBody>
          <a:bodyPr/>
          <a:lstStyle/>
          <a:p>
            <a:fld id="{4BD5559C-9A1D-465C-BD22-C64000BBBB10}" type="slidenum">
              <a:rPr lang="en-IN" smtClean="0"/>
              <a:pPr/>
              <a:t>17</a:t>
            </a:fld>
            <a:endParaRPr lang="en-IN"/>
          </a:p>
        </p:txBody>
      </p:sp>
    </p:spTree>
    <p:extLst>
      <p:ext uri="{BB962C8B-B14F-4D97-AF65-F5344CB8AC3E}">
        <p14:creationId xmlns:p14="http://schemas.microsoft.com/office/powerpoint/2010/main" val="5798241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259C4-0B06-5B41-A96B-C8640D7288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2971A-EC7E-6D51-5C1A-27CC5A5889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5B3AF4-091C-10A0-2624-8FD60A823F7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9F37406-A1E6-F19F-86CA-92A110D7764F}"/>
              </a:ext>
            </a:extLst>
          </p:cNvPr>
          <p:cNvSpPr>
            <a:spLocks noGrp="1"/>
          </p:cNvSpPr>
          <p:nvPr>
            <p:ph type="sldNum" sz="quarter" idx="5"/>
          </p:nvPr>
        </p:nvSpPr>
        <p:spPr/>
        <p:txBody>
          <a:bodyPr/>
          <a:lstStyle/>
          <a:p>
            <a:fld id="{4BD5559C-9A1D-465C-BD22-C64000BBBB10}" type="slidenum">
              <a:rPr lang="en-IN" smtClean="0"/>
              <a:pPr/>
              <a:t>18</a:t>
            </a:fld>
            <a:endParaRPr lang="en-IN"/>
          </a:p>
        </p:txBody>
      </p:sp>
    </p:spTree>
    <p:extLst>
      <p:ext uri="{BB962C8B-B14F-4D97-AF65-F5344CB8AC3E}">
        <p14:creationId xmlns:p14="http://schemas.microsoft.com/office/powerpoint/2010/main" val="6424818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1BC8D-AE78-75CF-BD72-21B0C80726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66FA04-3E9A-0779-299B-1DE96DA5DD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8F7964-CBF3-DF2C-C728-6216B1B18B7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23B7E29-1B2E-E377-DBA9-07FF6627CB0B}"/>
              </a:ext>
            </a:extLst>
          </p:cNvPr>
          <p:cNvSpPr>
            <a:spLocks noGrp="1"/>
          </p:cNvSpPr>
          <p:nvPr>
            <p:ph type="sldNum" sz="quarter" idx="5"/>
          </p:nvPr>
        </p:nvSpPr>
        <p:spPr/>
        <p:txBody>
          <a:bodyPr/>
          <a:lstStyle/>
          <a:p>
            <a:fld id="{4BD5559C-9A1D-465C-BD22-C64000BBBB10}" type="slidenum">
              <a:rPr lang="en-IN" smtClean="0"/>
              <a:pPr/>
              <a:t>19</a:t>
            </a:fld>
            <a:endParaRPr lang="en-IN"/>
          </a:p>
        </p:txBody>
      </p:sp>
    </p:spTree>
    <p:extLst>
      <p:ext uri="{BB962C8B-B14F-4D97-AF65-F5344CB8AC3E}">
        <p14:creationId xmlns:p14="http://schemas.microsoft.com/office/powerpoint/2010/main" val="7960114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14AD0-F7DD-1B9F-4FF2-FBCC5A81CF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83F799-BD25-4986-D276-87DDCC78E4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931623-8F8A-60EA-C772-4225AF60A60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E47BD3C-5078-BAD3-41CD-5C3CCC04C355}"/>
              </a:ext>
            </a:extLst>
          </p:cNvPr>
          <p:cNvSpPr>
            <a:spLocks noGrp="1"/>
          </p:cNvSpPr>
          <p:nvPr>
            <p:ph type="sldNum" sz="quarter" idx="5"/>
          </p:nvPr>
        </p:nvSpPr>
        <p:spPr/>
        <p:txBody>
          <a:bodyPr/>
          <a:lstStyle/>
          <a:p>
            <a:fld id="{4BD5559C-9A1D-465C-BD22-C64000BBBB10}" type="slidenum">
              <a:rPr lang="en-IN" smtClean="0"/>
              <a:pPr/>
              <a:t>20</a:t>
            </a:fld>
            <a:endParaRPr lang="en-IN"/>
          </a:p>
        </p:txBody>
      </p:sp>
    </p:spTree>
    <p:extLst>
      <p:ext uri="{BB962C8B-B14F-4D97-AF65-F5344CB8AC3E}">
        <p14:creationId xmlns:p14="http://schemas.microsoft.com/office/powerpoint/2010/main" val="13807783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AEF1F-ED7C-F9BD-56D8-2605743C2A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D3B056-A99B-7D64-4E0D-25F9BA3BB3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FD63EE-DB6C-6261-B107-C6009C550B1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1D9E7E4-8903-914A-FA79-CB7F29C62ED2}"/>
              </a:ext>
            </a:extLst>
          </p:cNvPr>
          <p:cNvSpPr>
            <a:spLocks noGrp="1"/>
          </p:cNvSpPr>
          <p:nvPr>
            <p:ph type="sldNum" sz="quarter" idx="5"/>
          </p:nvPr>
        </p:nvSpPr>
        <p:spPr/>
        <p:txBody>
          <a:bodyPr/>
          <a:lstStyle/>
          <a:p>
            <a:fld id="{4BD5559C-9A1D-465C-BD22-C64000BBBB10}" type="slidenum">
              <a:rPr lang="en-IN" smtClean="0"/>
              <a:pPr/>
              <a:t>21</a:t>
            </a:fld>
            <a:endParaRPr lang="en-IN"/>
          </a:p>
        </p:txBody>
      </p:sp>
    </p:spTree>
    <p:extLst>
      <p:ext uri="{BB962C8B-B14F-4D97-AF65-F5344CB8AC3E}">
        <p14:creationId xmlns:p14="http://schemas.microsoft.com/office/powerpoint/2010/main" val="27544375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0BFAA-C1E7-C8E2-71C7-C22B375C49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53101-9956-F1E2-00C9-4EC53BB560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923287-E747-3677-8053-5E6E07BC4AF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8D4C49B-3AFF-61EB-6238-336A156556E6}"/>
              </a:ext>
            </a:extLst>
          </p:cNvPr>
          <p:cNvSpPr>
            <a:spLocks noGrp="1"/>
          </p:cNvSpPr>
          <p:nvPr>
            <p:ph type="sldNum" sz="quarter" idx="5"/>
          </p:nvPr>
        </p:nvSpPr>
        <p:spPr/>
        <p:txBody>
          <a:bodyPr/>
          <a:lstStyle/>
          <a:p>
            <a:fld id="{4BD5559C-9A1D-465C-BD22-C64000BBBB10}" type="slidenum">
              <a:rPr lang="en-IN" smtClean="0"/>
              <a:pPr/>
              <a:t>22</a:t>
            </a:fld>
            <a:endParaRPr lang="en-IN"/>
          </a:p>
        </p:txBody>
      </p:sp>
    </p:spTree>
    <p:extLst>
      <p:ext uri="{BB962C8B-B14F-4D97-AF65-F5344CB8AC3E}">
        <p14:creationId xmlns:p14="http://schemas.microsoft.com/office/powerpoint/2010/main" val="32938912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17E49-E547-5DB9-4F14-571DBABC7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708334-607D-0A1C-EC98-D2D86A8C08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BE975-A92A-195A-C994-04203384961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4CA134F-815C-8479-526E-734CE44B6CE2}"/>
              </a:ext>
            </a:extLst>
          </p:cNvPr>
          <p:cNvSpPr>
            <a:spLocks noGrp="1"/>
          </p:cNvSpPr>
          <p:nvPr>
            <p:ph type="sldNum" sz="quarter" idx="5"/>
          </p:nvPr>
        </p:nvSpPr>
        <p:spPr/>
        <p:txBody>
          <a:bodyPr/>
          <a:lstStyle/>
          <a:p>
            <a:fld id="{4BD5559C-9A1D-465C-BD22-C64000BBBB10}" type="slidenum">
              <a:rPr lang="en-IN" smtClean="0"/>
              <a:pPr/>
              <a:t>23</a:t>
            </a:fld>
            <a:endParaRPr lang="en-IN"/>
          </a:p>
        </p:txBody>
      </p:sp>
    </p:spTree>
    <p:extLst>
      <p:ext uri="{BB962C8B-B14F-4D97-AF65-F5344CB8AC3E}">
        <p14:creationId xmlns:p14="http://schemas.microsoft.com/office/powerpoint/2010/main" val="40817517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F24F9-5CA2-A322-9959-F81AC109B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D095CB-EEC0-B920-A843-93DC4F07EC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BF866F-5FE7-B363-32BA-B616CD69369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7AD05C7-B3FA-397D-C93A-C786216C37C4}"/>
              </a:ext>
            </a:extLst>
          </p:cNvPr>
          <p:cNvSpPr>
            <a:spLocks noGrp="1"/>
          </p:cNvSpPr>
          <p:nvPr>
            <p:ph type="sldNum" sz="quarter" idx="5"/>
          </p:nvPr>
        </p:nvSpPr>
        <p:spPr/>
        <p:txBody>
          <a:bodyPr/>
          <a:lstStyle/>
          <a:p>
            <a:fld id="{4BD5559C-9A1D-465C-BD22-C64000BBBB10}" type="slidenum">
              <a:rPr lang="en-IN" smtClean="0"/>
              <a:pPr/>
              <a:t>24</a:t>
            </a:fld>
            <a:endParaRPr lang="en-IN"/>
          </a:p>
        </p:txBody>
      </p:sp>
    </p:spTree>
    <p:extLst>
      <p:ext uri="{BB962C8B-B14F-4D97-AF65-F5344CB8AC3E}">
        <p14:creationId xmlns:p14="http://schemas.microsoft.com/office/powerpoint/2010/main" val="36583171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7F7FE-0DE2-03BE-951B-2C1E81BC03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8F746F-8AA8-8F1A-BA0B-31832A35C4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FF8447-2384-5646-E3B9-516361A92D4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C6145E6-2630-F367-FC2C-91DBDE5A434D}"/>
              </a:ext>
            </a:extLst>
          </p:cNvPr>
          <p:cNvSpPr>
            <a:spLocks noGrp="1"/>
          </p:cNvSpPr>
          <p:nvPr>
            <p:ph type="sldNum" sz="quarter" idx="5"/>
          </p:nvPr>
        </p:nvSpPr>
        <p:spPr/>
        <p:txBody>
          <a:bodyPr/>
          <a:lstStyle/>
          <a:p>
            <a:fld id="{4BD5559C-9A1D-465C-BD22-C64000BBBB10}" type="slidenum">
              <a:rPr lang="en-IN" smtClean="0"/>
              <a:pPr/>
              <a:t>25</a:t>
            </a:fld>
            <a:endParaRPr lang="en-IN"/>
          </a:p>
        </p:txBody>
      </p:sp>
    </p:spTree>
    <p:extLst>
      <p:ext uri="{BB962C8B-B14F-4D97-AF65-F5344CB8AC3E}">
        <p14:creationId xmlns:p14="http://schemas.microsoft.com/office/powerpoint/2010/main" val="1415923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FFFC1-AE09-30C8-5CEE-10AD22824F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B7477B3-BD57-6BE6-B110-EC1D2F1643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A02F6A-28E6-DF62-3449-0F0EE9ACEC96}"/>
              </a:ext>
            </a:extLst>
          </p:cNvPr>
          <p:cNvSpPr>
            <a:spLocks noGrp="1"/>
          </p:cNvSpPr>
          <p:nvPr>
            <p:ph type="dt" sz="half" idx="10"/>
          </p:nvPr>
        </p:nvSpPr>
        <p:spPr/>
        <p:txBody>
          <a:bodyPr/>
          <a:lstStyle/>
          <a:p>
            <a:fld id="{B865F295-1EF4-4F96-8839-7B5403287323}" type="datetimeFigureOut">
              <a:rPr lang="en-US" smtClean="0"/>
              <a:t>12/12/2025</a:t>
            </a:fld>
            <a:endParaRPr lang="en-US"/>
          </a:p>
        </p:txBody>
      </p:sp>
      <p:sp>
        <p:nvSpPr>
          <p:cNvPr id="5" name="Footer Placeholder 4">
            <a:extLst>
              <a:ext uri="{FF2B5EF4-FFF2-40B4-BE49-F238E27FC236}">
                <a16:creationId xmlns:a16="http://schemas.microsoft.com/office/drawing/2014/main" id="{955B5034-5164-139B-F149-D1AD489B43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7B3443-B5A9-21D3-C547-166354BE9D63}"/>
              </a:ext>
            </a:extLst>
          </p:cNvPr>
          <p:cNvSpPr>
            <a:spLocks noGrp="1"/>
          </p:cNvSpPr>
          <p:nvPr>
            <p:ph type="sldNum" sz="quarter" idx="12"/>
          </p:nvPr>
        </p:nvSpPr>
        <p:spPr/>
        <p:txBody>
          <a:bodyPr/>
          <a:lstStyle/>
          <a:p>
            <a:fld id="{984CA6D2-6511-43A4-9DC8-8BA2031875BB}" type="slidenum">
              <a:rPr lang="en-US" smtClean="0"/>
              <a:t>‹#›</a:t>
            </a:fld>
            <a:endParaRPr lang="en-US"/>
          </a:p>
        </p:txBody>
      </p:sp>
    </p:spTree>
    <p:extLst>
      <p:ext uri="{BB962C8B-B14F-4D97-AF65-F5344CB8AC3E}">
        <p14:creationId xmlns:p14="http://schemas.microsoft.com/office/powerpoint/2010/main" val="15712521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DF6FE-896E-7A1C-ABBE-EFB471828A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FCE69A-5392-D260-B348-6A936199A5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1EC9CD-00F6-D48A-82C3-4B2C4BE61A31}"/>
              </a:ext>
            </a:extLst>
          </p:cNvPr>
          <p:cNvSpPr>
            <a:spLocks noGrp="1"/>
          </p:cNvSpPr>
          <p:nvPr>
            <p:ph type="dt" sz="half" idx="10"/>
          </p:nvPr>
        </p:nvSpPr>
        <p:spPr/>
        <p:txBody>
          <a:bodyPr/>
          <a:lstStyle/>
          <a:p>
            <a:fld id="{B865F295-1EF4-4F96-8839-7B5403287323}" type="datetimeFigureOut">
              <a:rPr lang="en-US" smtClean="0"/>
              <a:t>12/12/2025</a:t>
            </a:fld>
            <a:endParaRPr lang="en-US"/>
          </a:p>
        </p:txBody>
      </p:sp>
      <p:sp>
        <p:nvSpPr>
          <p:cNvPr id="5" name="Footer Placeholder 4">
            <a:extLst>
              <a:ext uri="{FF2B5EF4-FFF2-40B4-BE49-F238E27FC236}">
                <a16:creationId xmlns:a16="http://schemas.microsoft.com/office/drawing/2014/main" id="{2534DB74-286E-69E2-8330-80870B2603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16A722-DB45-AF9A-4887-FAB91DC1727B}"/>
              </a:ext>
            </a:extLst>
          </p:cNvPr>
          <p:cNvSpPr>
            <a:spLocks noGrp="1"/>
          </p:cNvSpPr>
          <p:nvPr>
            <p:ph type="sldNum" sz="quarter" idx="12"/>
          </p:nvPr>
        </p:nvSpPr>
        <p:spPr/>
        <p:txBody>
          <a:bodyPr/>
          <a:lstStyle/>
          <a:p>
            <a:fld id="{984CA6D2-6511-43A4-9DC8-8BA2031875BB}" type="slidenum">
              <a:rPr lang="en-US" smtClean="0"/>
              <a:t>‹#›</a:t>
            </a:fld>
            <a:endParaRPr lang="en-US"/>
          </a:p>
        </p:txBody>
      </p:sp>
    </p:spTree>
    <p:extLst>
      <p:ext uri="{BB962C8B-B14F-4D97-AF65-F5344CB8AC3E}">
        <p14:creationId xmlns:p14="http://schemas.microsoft.com/office/powerpoint/2010/main" val="4255593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D84E0-48E2-19A3-20FA-5B0F7669C0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16F99D-EA77-BD53-A2C5-D1164F31A41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77947C-240E-5A4E-8FAE-C5197F21DC6B}"/>
              </a:ext>
            </a:extLst>
          </p:cNvPr>
          <p:cNvSpPr>
            <a:spLocks noGrp="1"/>
          </p:cNvSpPr>
          <p:nvPr>
            <p:ph type="dt" sz="half" idx="10"/>
          </p:nvPr>
        </p:nvSpPr>
        <p:spPr/>
        <p:txBody>
          <a:bodyPr/>
          <a:lstStyle/>
          <a:p>
            <a:fld id="{B865F295-1EF4-4F96-8839-7B5403287323}" type="datetimeFigureOut">
              <a:rPr lang="en-US" smtClean="0"/>
              <a:t>12/12/2025</a:t>
            </a:fld>
            <a:endParaRPr lang="en-US"/>
          </a:p>
        </p:txBody>
      </p:sp>
      <p:sp>
        <p:nvSpPr>
          <p:cNvPr id="5" name="Footer Placeholder 4">
            <a:extLst>
              <a:ext uri="{FF2B5EF4-FFF2-40B4-BE49-F238E27FC236}">
                <a16:creationId xmlns:a16="http://schemas.microsoft.com/office/drawing/2014/main" id="{9920FA2F-2C5E-BB8F-44FD-CFA204A1B3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65123B-D132-6BD1-37DE-39C33E4DDC51}"/>
              </a:ext>
            </a:extLst>
          </p:cNvPr>
          <p:cNvSpPr>
            <a:spLocks noGrp="1"/>
          </p:cNvSpPr>
          <p:nvPr>
            <p:ph type="sldNum" sz="quarter" idx="12"/>
          </p:nvPr>
        </p:nvSpPr>
        <p:spPr/>
        <p:txBody>
          <a:bodyPr/>
          <a:lstStyle/>
          <a:p>
            <a:fld id="{984CA6D2-6511-43A4-9DC8-8BA2031875BB}" type="slidenum">
              <a:rPr lang="en-US" smtClean="0"/>
              <a:t>‹#›</a:t>
            </a:fld>
            <a:endParaRPr lang="en-US"/>
          </a:p>
        </p:txBody>
      </p:sp>
    </p:spTree>
    <p:extLst>
      <p:ext uri="{BB962C8B-B14F-4D97-AF65-F5344CB8AC3E}">
        <p14:creationId xmlns:p14="http://schemas.microsoft.com/office/powerpoint/2010/main" val="813029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D6ADA-F636-8A76-B572-3F31845BBB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293DC4-8FBC-E1AE-F64C-FD1BA89DFC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3834507-2716-5E1A-8321-DA71080FD1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92C945-5F7B-1014-AD2B-23CF2D29D2EB}"/>
              </a:ext>
            </a:extLst>
          </p:cNvPr>
          <p:cNvSpPr>
            <a:spLocks noGrp="1"/>
          </p:cNvSpPr>
          <p:nvPr>
            <p:ph type="dt" sz="half" idx="10"/>
          </p:nvPr>
        </p:nvSpPr>
        <p:spPr/>
        <p:txBody>
          <a:bodyPr/>
          <a:lstStyle/>
          <a:p>
            <a:fld id="{B865F295-1EF4-4F96-8839-7B5403287323}" type="datetimeFigureOut">
              <a:rPr lang="en-US" smtClean="0"/>
              <a:t>12/12/2025</a:t>
            </a:fld>
            <a:endParaRPr lang="en-US"/>
          </a:p>
        </p:txBody>
      </p:sp>
      <p:sp>
        <p:nvSpPr>
          <p:cNvPr id="6" name="Footer Placeholder 5">
            <a:extLst>
              <a:ext uri="{FF2B5EF4-FFF2-40B4-BE49-F238E27FC236}">
                <a16:creationId xmlns:a16="http://schemas.microsoft.com/office/drawing/2014/main" id="{0A904BEF-62EA-DB1A-8295-B3147036E0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B72264-4623-8390-D2EF-42E09B487DA7}"/>
              </a:ext>
            </a:extLst>
          </p:cNvPr>
          <p:cNvSpPr>
            <a:spLocks noGrp="1"/>
          </p:cNvSpPr>
          <p:nvPr>
            <p:ph type="sldNum" sz="quarter" idx="12"/>
          </p:nvPr>
        </p:nvSpPr>
        <p:spPr/>
        <p:txBody>
          <a:bodyPr/>
          <a:lstStyle/>
          <a:p>
            <a:fld id="{984CA6D2-6511-43A4-9DC8-8BA2031875BB}" type="slidenum">
              <a:rPr lang="en-US" smtClean="0"/>
              <a:t>‹#›</a:t>
            </a:fld>
            <a:endParaRPr lang="en-US"/>
          </a:p>
        </p:txBody>
      </p:sp>
    </p:spTree>
    <p:extLst>
      <p:ext uri="{BB962C8B-B14F-4D97-AF65-F5344CB8AC3E}">
        <p14:creationId xmlns:p14="http://schemas.microsoft.com/office/powerpoint/2010/main" val="1530573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551FA-604A-6CC2-24FE-43242BD8BA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295233-1348-207F-4D3A-291852C82E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5784BF-A4ED-7674-C58E-46C65AE705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CD7569-BDEF-6B80-1A85-F45B6CCA5B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256F767-5386-3760-8885-F94BD4D914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B14820B-A9A0-14E5-ADB1-0A9117A253A8}"/>
              </a:ext>
            </a:extLst>
          </p:cNvPr>
          <p:cNvSpPr>
            <a:spLocks noGrp="1"/>
          </p:cNvSpPr>
          <p:nvPr>
            <p:ph type="dt" sz="half" idx="10"/>
          </p:nvPr>
        </p:nvSpPr>
        <p:spPr/>
        <p:txBody>
          <a:bodyPr/>
          <a:lstStyle/>
          <a:p>
            <a:fld id="{B865F295-1EF4-4F96-8839-7B5403287323}" type="datetimeFigureOut">
              <a:rPr lang="en-US" smtClean="0"/>
              <a:t>12/12/2025</a:t>
            </a:fld>
            <a:endParaRPr lang="en-US"/>
          </a:p>
        </p:txBody>
      </p:sp>
      <p:sp>
        <p:nvSpPr>
          <p:cNvPr id="8" name="Footer Placeholder 7">
            <a:extLst>
              <a:ext uri="{FF2B5EF4-FFF2-40B4-BE49-F238E27FC236}">
                <a16:creationId xmlns:a16="http://schemas.microsoft.com/office/drawing/2014/main" id="{014D769E-1AEB-8866-B0C0-C211DD9BE8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8D01F3-7740-D507-2664-B2753E2D2076}"/>
              </a:ext>
            </a:extLst>
          </p:cNvPr>
          <p:cNvSpPr>
            <a:spLocks noGrp="1"/>
          </p:cNvSpPr>
          <p:nvPr>
            <p:ph type="sldNum" sz="quarter" idx="12"/>
          </p:nvPr>
        </p:nvSpPr>
        <p:spPr/>
        <p:txBody>
          <a:bodyPr/>
          <a:lstStyle/>
          <a:p>
            <a:fld id="{984CA6D2-6511-43A4-9DC8-8BA2031875BB}" type="slidenum">
              <a:rPr lang="en-US" smtClean="0"/>
              <a:t>‹#›</a:t>
            </a:fld>
            <a:endParaRPr lang="en-US"/>
          </a:p>
        </p:txBody>
      </p:sp>
    </p:spTree>
    <p:extLst>
      <p:ext uri="{BB962C8B-B14F-4D97-AF65-F5344CB8AC3E}">
        <p14:creationId xmlns:p14="http://schemas.microsoft.com/office/powerpoint/2010/main" val="1963020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235B-CE52-D6EC-9FDE-EC398045BE1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2657CD-F861-76F3-9E03-7618379B0C3D}"/>
              </a:ext>
            </a:extLst>
          </p:cNvPr>
          <p:cNvSpPr>
            <a:spLocks noGrp="1"/>
          </p:cNvSpPr>
          <p:nvPr>
            <p:ph type="dt" sz="half" idx="10"/>
          </p:nvPr>
        </p:nvSpPr>
        <p:spPr/>
        <p:txBody>
          <a:bodyPr/>
          <a:lstStyle/>
          <a:p>
            <a:fld id="{B865F295-1EF4-4F96-8839-7B5403287323}" type="datetimeFigureOut">
              <a:rPr lang="en-US" smtClean="0"/>
              <a:t>12/12/2025</a:t>
            </a:fld>
            <a:endParaRPr lang="en-US"/>
          </a:p>
        </p:txBody>
      </p:sp>
      <p:sp>
        <p:nvSpPr>
          <p:cNvPr id="4" name="Footer Placeholder 3">
            <a:extLst>
              <a:ext uri="{FF2B5EF4-FFF2-40B4-BE49-F238E27FC236}">
                <a16:creationId xmlns:a16="http://schemas.microsoft.com/office/drawing/2014/main" id="{40E728A9-1E20-7DB9-9BF4-8396F4B870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02C5B4-470D-D4F7-5D5D-9BE43CD74682}"/>
              </a:ext>
            </a:extLst>
          </p:cNvPr>
          <p:cNvSpPr>
            <a:spLocks noGrp="1"/>
          </p:cNvSpPr>
          <p:nvPr>
            <p:ph type="sldNum" sz="quarter" idx="12"/>
          </p:nvPr>
        </p:nvSpPr>
        <p:spPr/>
        <p:txBody>
          <a:bodyPr/>
          <a:lstStyle/>
          <a:p>
            <a:fld id="{984CA6D2-6511-43A4-9DC8-8BA2031875BB}" type="slidenum">
              <a:rPr lang="en-US" smtClean="0"/>
              <a:t>‹#›</a:t>
            </a:fld>
            <a:endParaRPr lang="en-US"/>
          </a:p>
        </p:txBody>
      </p:sp>
    </p:spTree>
    <p:extLst>
      <p:ext uri="{BB962C8B-B14F-4D97-AF65-F5344CB8AC3E}">
        <p14:creationId xmlns:p14="http://schemas.microsoft.com/office/powerpoint/2010/main" val="34241509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72C8BF-14B3-3609-8D56-66EEC2921F6B}"/>
              </a:ext>
            </a:extLst>
          </p:cNvPr>
          <p:cNvSpPr>
            <a:spLocks noGrp="1"/>
          </p:cNvSpPr>
          <p:nvPr>
            <p:ph type="dt" sz="half" idx="10"/>
          </p:nvPr>
        </p:nvSpPr>
        <p:spPr/>
        <p:txBody>
          <a:bodyPr/>
          <a:lstStyle/>
          <a:p>
            <a:fld id="{B865F295-1EF4-4F96-8839-7B5403287323}" type="datetimeFigureOut">
              <a:rPr lang="en-US" smtClean="0"/>
              <a:t>12/12/2025</a:t>
            </a:fld>
            <a:endParaRPr lang="en-US"/>
          </a:p>
        </p:txBody>
      </p:sp>
      <p:sp>
        <p:nvSpPr>
          <p:cNvPr id="3" name="Footer Placeholder 2">
            <a:extLst>
              <a:ext uri="{FF2B5EF4-FFF2-40B4-BE49-F238E27FC236}">
                <a16:creationId xmlns:a16="http://schemas.microsoft.com/office/drawing/2014/main" id="{67B1DF0A-45BC-02F4-DBE7-282E6657455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69D06C4-C489-95D8-D06D-B7FEC9745FF3}"/>
              </a:ext>
            </a:extLst>
          </p:cNvPr>
          <p:cNvSpPr>
            <a:spLocks noGrp="1"/>
          </p:cNvSpPr>
          <p:nvPr>
            <p:ph type="sldNum" sz="quarter" idx="12"/>
          </p:nvPr>
        </p:nvSpPr>
        <p:spPr/>
        <p:txBody>
          <a:bodyPr/>
          <a:lstStyle/>
          <a:p>
            <a:fld id="{984CA6D2-6511-43A4-9DC8-8BA2031875BB}" type="slidenum">
              <a:rPr lang="en-US" smtClean="0"/>
              <a:t>‹#›</a:t>
            </a:fld>
            <a:endParaRPr lang="en-US"/>
          </a:p>
        </p:txBody>
      </p:sp>
    </p:spTree>
    <p:extLst>
      <p:ext uri="{BB962C8B-B14F-4D97-AF65-F5344CB8AC3E}">
        <p14:creationId xmlns:p14="http://schemas.microsoft.com/office/powerpoint/2010/main" val="1193247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5524B-2EAD-75FC-A6BB-7F6459082B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B897D1A-2ABF-BA71-BAF5-00977FDC47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CA8171-E44B-DCD7-054E-F80EFF47CD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4129C4-BA1D-5748-D1FD-ED1A8F018F95}"/>
              </a:ext>
            </a:extLst>
          </p:cNvPr>
          <p:cNvSpPr>
            <a:spLocks noGrp="1"/>
          </p:cNvSpPr>
          <p:nvPr>
            <p:ph type="dt" sz="half" idx="10"/>
          </p:nvPr>
        </p:nvSpPr>
        <p:spPr/>
        <p:txBody>
          <a:bodyPr/>
          <a:lstStyle/>
          <a:p>
            <a:fld id="{B865F295-1EF4-4F96-8839-7B5403287323}" type="datetimeFigureOut">
              <a:rPr lang="en-US" smtClean="0"/>
              <a:t>12/12/2025</a:t>
            </a:fld>
            <a:endParaRPr lang="en-US"/>
          </a:p>
        </p:txBody>
      </p:sp>
      <p:sp>
        <p:nvSpPr>
          <p:cNvPr id="6" name="Footer Placeholder 5">
            <a:extLst>
              <a:ext uri="{FF2B5EF4-FFF2-40B4-BE49-F238E27FC236}">
                <a16:creationId xmlns:a16="http://schemas.microsoft.com/office/drawing/2014/main" id="{B71A2261-BF70-A3D1-D663-E421783893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4F898B-28DD-9D19-032B-EF921568D7EC}"/>
              </a:ext>
            </a:extLst>
          </p:cNvPr>
          <p:cNvSpPr>
            <a:spLocks noGrp="1"/>
          </p:cNvSpPr>
          <p:nvPr>
            <p:ph type="sldNum" sz="quarter" idx="12"/>
          </p:nvPr>
        </p:nvSpPr>
        <p:spPr/>
        <p:txBody>
          <a:bodyPr/>
          <a:lstStyle/>
          <a:p>
            <a:fld id="{984CA6D2-6511-43A4-9DC8-8BA2031875BB}" type="slidenum">
              <a:rPr lang="en-US" smtClean="0"/>
              <a:t>‹#›</a:t>
            </a:fld>
            <a:endParaRPr lang="en-US"/>
          </a:p>
        </p:txBody>
      </p:sp>
    </p:spTree>
    <p:extLst>
      <p:ext uri="{BB962C8B-B14F-4D97-AF65-F5344CB8AC3E}">
        <p14:creationId xmlns:p14="http://schemas.microsoft.com/office/powerpoint/2010/main" val="1985616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B6C4E-0C7E-BFBC-0039-02D325F206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170EE0-5F70-D8BF-C3A6-A7F124F4DA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A492C2-57F7-4074-E993-C774DE89FF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3A27C9-E401-698A-1336-EAD52E5F71D7}"/>
              </a:ext>
            </a:extLst>
          </p:cNvPr>
          <p:cNvSpPr>
            <a:spLocks noGrp="1"/>
          </p:cNvSpPr>
          <p:nvPr>
            <p:ph type="dt" sz="half" idx="10"/>
          </p:nvPr>
        </p:nvSpPr>
        <p:spPr/>
        <p:txBody>
          <a:bodyPr/>
          <a:lstStyle/>
          <a:p>
            <a:fld id="{B865F295-1EF4-4F96-8839-7B5403287323}" type="datetimeFigureOut">
              <a:rPr lang="en-US" smtClean="0"/>
              <a:t>12/12/2025</a:t>
            </a:fld>
            <a:endParaRPr lang="en-US"/>
          </a:p>
        </p:txBody>
      </p:sp>
      <p:sp>
        <p:nvSpPr>
          <p:cNvPr id="6" name="Footer Placeholder 5">
            <a:extLst>
              <a:ext uri="{FF2B5EF4-FFF2-40B4-BE49-F238E27FC236}">
                <a16:creationId xmlns:a16="http://schemas.microsoft.com/office/drawing/2014/main" id="{47AF6195-5F3B-E090-23F6-4129A1019E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6FC8BC-1CD5-7244-4CE2-DE660430E9DE}"/>
              </a:ext>
            </a:extLst>
          </p:cNvPr>
          <p:cNvSpPr>
            <a:spLocks noGrp="1"/>
          </p:cNvSpPr>
          <p:nvPr>
            <p:ph type="sldNum" sz="quarter" idx="12"/>
          </p:nvPr>
        </p:nvSpPr>
        <p:spPr/>
        <p:txBody>
          <a:bodyPr/>
          <a:lstStyle/>
          <a:p>
            <a:fld id="{984CA6D2-6511-43A4-9DC8-8BA2031875BB}" type="slidenum">
              <a:rPr lang="en-US" smtClean="0"/>
              <a:t>‹#›</a:t>
            </a:fld>
            <a:endParaRPr lang="en-US"/>
          </a:p>
        </p:txBody>
      </p:sp>
    </p:spTree>
    <p:extLst>
      <p:ext uri="{BB962C8B-B14F-4D97-AF65-F5344CB8AC3E}">
        <p14:creationId xmlns:p14="http://schemas.microsoft.com/office/powerpoint/2010/main" val="2486171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C7E9C-89BA-A79F-C273-EDE105C3E4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BE3863-C8B8-A003-52BB-FA70AB97C5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E74762-E1C8-EE5D-9AA5-59A714507AE3}"/>
              </a:ext>
            </a:extLst>
          </p:cNvPr>
          <p:cNvSpPr>
            <a:spLocks noGrp="1"/>
          </p:cNvSpPr>
          <p:nvPr>
            <p:ph type="dt" sz="half" idx="10"/>
          </p:nvPr>
        </p:nvSpPr>
        <p:spPr/>
        <p:txBody>
          <a:bodyPr/>
          <a:lstStyle/>
          <a:p>
            <a:fld id="{B865F295-1EF4-4F96-8839-7B5403287323}" type="datetimeFigureOut">
              <a:rPr lang="en-US" smtClean="0"/>
              <a:t>12/12/2025</a:t>
            </a:fld>
            <a:endParaRPr lang="en-US"/>
          </a:p>
        </p:txBody>
      </p:sp>
      <p:sp>
        <p:nvSpPr>
          <p:cNvPr id="5" name="Footer Placeholder 4">
            <a:extLst>
              <a:ext uri="{FF2B5EF4-FFF2-40B4-BE49-F238E27FC236}">
                <a16:creationId xmlns:a16="http://schemas.microsoft.com/office/drawing/2014/main" id="{27380FA2-E3BC-D280-4BB5-CC6760509F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7EE6D6-904C-7DFD-48BF-EAA0D985B5E6}"/>
              </a:ext>
            </a:extLst>
          </p:cNvPr>
          <p:cNvSpPr>
            <a:spLocks noGrp="1"/>
          </p:cNvSpPr>
          <p:nvPr>
            <p:ph type="sldNum" sz="quarter" idx="12"/>
          </p:nvPr>
        </p:nvSpPr>
        <p:spPr/>
        <p:txBody>
          <a:bodyPr/>
          <a:lstStyle/>
          <a:p>
            <a:fld id="{984CA6D2-6511-43A4-9DC8-8BA2031875BB}" type="slidenum">
              <a:rPr lang="en-US" smtClean="0"/>
              <a:t>‹#›</a:t>
            </a:fld>
            <a:endParaRPr lang="en-US"/>
          </a:p>
        </p:txBody>
      </p:sp>
    </p:spTree>
    <p:extLst>
      <p:ext uri="{BB962C8B-B14F-4D97-AF65-F5344CB8AC3E}">
        <p14:creationId xmlns:p14="http://schemas.microsoft.com/office/powerpoint/2010/main" val="605347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59891A-B740-2E35-D333-E6B8242FE18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12E6A6-072D-AF72-0431-7DCF89C367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DB51BD-1CC5-981B-C47F-6353D7DFBEAB}"/>
              </a:ext>
            </a:extLst>
          </p:cNvPr>
          <p:cNvSpPr>
            <a:spLocks noGrp="1"/>
          </p:cNvSpPr>
          <p:nvPr>
            <p:ph type="dt" sz="half" idx="10"/>
          </p:nvPr>
        </p:nvSpPr>
        <p:spPr/>
        <p:txBody>
          <a:bodyPr/>
          <a:lstStyle/>
          <a:p>
            <a:fld id="{B865F295-1EF4-4F96-8839-7B5403287323}" type="datetimeFigureOut">
              <a:rPr lang="en-US" smtClean="0"/>
              <a:t>12/12/2025</a:t>
            </a:fld>
            <a:endParaRPr lang="en-US"/>
          </a:p>
        </p:txBody>
      </p:sp>
      <p:sp>
        <p:nvSpPr>
          <p:cNvPr id="5" name="Footer Placeholder 4">
            <a:extLst>
              <a:ext uri="{FF2B5EF4-FFF2-40B4-BE49-F238E27FC236}">
                <a16:creationId xmlns:a16="http://schemas.microsoft.com/office/drawing/2014/main" id="{CE01A205-5561-13C7-59DC-28D76EBAA8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C9AD5A-DADA-A133-925F-D627C7C33D9C}"/>
              </a:ext>
            </a:extLst>
          </p:cNvPr>
          <p:cNvSpPr>
            <a:spLocks noGrp="1"/>
          </p:cNvSpPr>
          <p:nvPr>
            <p:ph type="sldNum" sz="quarter" idx="12"/>
          </p:nvPr>
        </p:nvSpPr>
        <p:spPr/>
        <p:txBody>
          <a:bodyPr/>
          <a:lstStyle/>
          <a:p>
            <a:fld id="{984CA6D2-6511-43A4-9DC8-8BA2031875BB}" type="slidenum">
              <a:rPr lang="en-US" smtClean="0"/>
              <a:t>‹#›</a:t>
            </a:fld>
            <a:endParaRPr lang="en-US"/>
          </a:p>
        </p:txBody>
      </p:sp>
    </p:spTree>
    <p:extLst>
      <p:ext uri="{BB962C8B-B14F-4D97-AF65-F5344CB8AC3E}">
        <p14:creationId xmlns:p14="http://schemas.microsoft.com/office/powerpoint/2010/main" val="3964229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EC4193-93BF-18FF-7241-A98B59BA01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E31764-3001-64EC-4689-77691A8B51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C6F02C-CE4F-D2F0-43AD-817992BFA9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65F295-1EF4-4F96-8839-7B5403287323}" type="datetimeFigureOut">
              <a:rPr lang="en-US" smtClean="0"/>
              <a:t>12/12/2025</a:t>
            </a:fld>
            <a:endParaRPr lang="en-US"/>
          </a:p>
        </p:txBody>
      </p:sp>
      <p:sp>
        <p:nvSpPr>
          <p:cNvPr id="5" name="Footer Placeholder 4">
            <a:extLst>
              <a:ext uri="{FF2B5EF4-FFF2-40B4-BE49-F238E27FC236}">
                <a16:creationId xmlns:a16="http://schemas.microsoft.com/office/drawing/2014/main" id="{D0DCAF55-C916-4957-D0DE-86773112BE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DE74FF5-33CD-FDDA-8EDC-6F4C396760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84CA6D2-6511-43A4-9DC8-8BA2031875BB}" type="slidenum">
              <a:rPr lang="en-US" smtClean="0"/>
              <a:t>‹#›</a:t>
            </a:fld>
            <a:endParaRPr lang="en-US"/>
          </a:p>
        </p:txBody>
      </p:sp>
    </p:spTree>
    <p:extLst>
      <p:ext uri="{BB962C8B-B14F-4D97-AF65-F5344CB8AC3E}">
        <p14:creationId xmlns:p14="http://schemas.microsoft.com/office/powerpoint/2010/main" val="10767820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9.jp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11.jp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8.jp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15.jp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E659C-864C-C67E-071A-91D429C89740}"/>
              </a:ext>
            </a:extLst>
          </p:cNvPr>
          <p:cNvSpPr>
            <a:spLocks noGrp="1"/>
          </p:cNvSpPr>
          <p:nvPr>
            <p:ph type="ctrTitle"/>
          </p:nvPr>
        </p:nvSpPr>
        <p:spPr>
          <a:xfrm>
            <a:off x="849664" y="1122363"/>
            <a:ext cx="10584382" cy="1815046"/>
          </a:xfrm>
        </p:spPr>
        <p:txBody>
          <a:bodyPr>
            <a:normAutofit/>
          </a:bodyPr>
          <a:lstStyle/>
          <a:p>
            <a:r>
              <a:rPr lang="en-US" sz="3000" dirty="0">
                <a:solidFill>
                  <a:srgbClr val="212121"/>
                </a:solidFill>
                <a:latin typeface="Arial Rounded MT Bold" panose="020F0704030504030204" pitchFamily="34" charset="0"/>
              </a:rPr>
              <a:t>Applied Science and Engineering Project (ASEP)</a:t>
            </a:r>
            <a:br>
              <a:rPr lang="en-US" sz="3000" dirty="0">
                <a:latin typeface="Arial Rounded MT Bold" panose="020F0704030504030204" pitchFamily="34" charset="0"/>
              </a:rPr>
            </a:br>
            <a:r>
              <a:rPr lang="en-US" sz="3000" dirty="0">
                <a:solidFill>
                  <a:srgbClr val="212121"/>
                </a:solidFill>
                <a:latin typeface="Arial Rounded MT Bold" panose="020F0704030504030204" pitchFamily="34" charset="0"/>
              </a:rPr>
              <a:t>Course Code: CS1011 Mid Semester Review Activity Presentation</a:t>
            </a:r>
            <a:endParaRPr lang="en-US" sz="3000" dirty="0"/>
          </a:p>
        </p:txBody>
      </p:sp>
      <p:sp>
        <p:nvSpPr>
          <p:cNvPr id="3" name="Subtitle 2">
            <a:extLst>
              <a:ext uri="{FF2B5EF4-FFF2-40B4-BE49-F238E27FC236}">
                <a16:creationId xmlns:a16="http://schemas.microsoft.com/office/drawing/2014/main" id="{4E17A63D-7931-3E60-FD1A-DF39CCB7B46B}"/>
              </a:ext>
            </a:extLst>
          </p:cNvPr>
          <p:cNvSpPr>
            <a:spLocks noGrp="1"/>
          </p:cNvSpPr>
          <p:nvPr>
            <p:ph type="subTitle" idx="1"/>
          </p:nvPr>
        </p:nvSpPr>
        <p:spPr>
          <a:xfrm>
            <a:off x="1569855" y="5170811"/>
            <a:ext cx="9144000" cy="1173345"/>
          </a:xfrm>
        </p:spPr>
        <p:txBody>
          <a:bodyPr/>
          <a:lstStyle/>
          <a:p>
            <a:r>
              <a:rPr lang="en-US" dirty="0">
                <a:solidFill>
                  <a:srgbClr val="212121"/>
                </a:solidFill>
                <a:latin typeface="Arial Rounded MT Bold" panose="020F0704030504030204" pitchFamily="34" charset="0"/>
              </a:rPr>
              <a:t>BRACT’S, Vishwakarma Institute of Technology, Pune-37</a:t>
            </a:r>
          </a:p>
          <a:p>
            <a:r>
              <a:rPr lang="en-US" sz="1800" dirty="0">
                <a:solidFill>
                  <a:srgbClr val="212121"/>
                </a:solidFill>
                <a:latin typeface="Arial Narrow" panose="020B0606020202030204" pitchFamily="34" charset="0"/>
              </a:rPr>
              <a:t>(An Autonomous Institute affiliated to Savitribai Phule Pune University)</a:t>
            </a:r>
            <a:br>
              <a:rPr lang="en-US" sz="1800" dirty="0">
                <a:latin typeface="Arial Narrow" panose="020B0606020202030204" pitchFamily="34" charset="0"/>
              </a:rPr>
            </a:br>
            <a:r>
              <a:rPr lang="en-US" sz="1800" dirty="0">
                <a:solidFill>
                  <a:srgbClr val="212121"/>
                </a:solidFill>
                <a:latin typeface="Arial Narrow" panose="020B0606020202030204" pitchFamily="34" charset="0"/>
              </a:rPr>
              <a:t>(NBA and NAAC accredited, ISO 9001:2015 certified)</a:t>
            </a:r>
          </a:p>
          <a:p>
            <a:endParaRPr lang="en-US" dirty="0"/>
          </a:p>
        </p:txBody>
      </p:sp>
      <p:sp>
        <p:nvSpPr>
          <p:cNvPr id="4" name="TextBox 3">
            <a:extLst>
              <a:ext uri="{FF2B5EF4-FFF2-40B4-BE49-F238E27FC236}">
                <a16:creationId xmlns:a16="http://schemas.microsoft.com/office/drawing/2014/main" id="{26FB3ED9-FE9B-F0AC-F9AA-0BE8EF049013}"/>
              </a:ext>
            </a:extLst>
          </p:cNvPr>
          <p:cNvSpPr txBox="1"/>
          <p:nvPr/>
        </p:nvSpPr>
        <p:spPr>
          <a:xfrm>
            <a:off x="0" y="248789"/>
            <a:ext cx="12192000" cy="584775"/>
          </a:xfrm>
          <a:prstGeom prst="rect">
            <a:avLst/>
          </a:prstGeom>
          <a:solidFill>
            <a:schemeClr val="accent1">
              <a:lumMod val="60000"/>
              <a:lumOff val="40000"/>
            </a:schemeClr>
          </a:solidFill>
        </p:spPr>
        <p:txBody>
          <a:bodyPr wrap="square" rtlCol="0">
            <a:spAutoFit/>
          </a:bodyPr>
          <a:lstStyle/>
          <a:p>
            <a:pPr algn="ctr"/>
            <a:r>
              <a:rPr lang="en-US" sz="3200" b="1" dirty="0"/>
              <a:t>AI- Based Smart Health And Location Monitoring System</a:t>
            </a:r>
          </a:p>
        </p:txBody>
      </p:sp>
      <p:pic>
        <p:nvPicPr>
          <p:cNvPr id="6" name="Picture 5" descr="A blue and red logo&#10;&#10;AI-generated content may be incorrect.">
            <a:extLst>
              <a:ext uri="{FF2B5EF4-FFF2-40B4-BE49-F238E27FC236}">
                <a16:creationId xmlns:a16="http://schemas.microsoft.com/office/drawing/2014/main" id="{A184DFD3-6B0B-9DBB-B04D-BD1D34AC09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8308" y="2973805"/>
            <a:ext cx="1869260" cy="2096242"/>
          </a:xfrm>
          <a:prstGeom prst="rect">
            <a:avLst/>
          </a:prstGeom>
        </p:spPr>
      </p:pic>
    </p:spTree>
    <p:extLst>
      <p:ext uri="{BB962C8B-B14F-4D97-AF65-F5344CB8AC3E}">
        <p14:creationId xmlns:p14="http://schemas.microsoft.com/office/powerpoint/2010/main" val="461836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534333" y="316523"/>
            <a:ext cx="11251300" cy="970672"/>
          </a:xfrm>
        </p:spPr>
        <p:txBody>
          <a:bodyPr>
            <a:noAutofit/>
          </a:bodyPr>
          <a:lstStyle/>
          <a:p>
            <a:pPr algn="ctr"/>
            <a:r>
              <a:rPr lang="en-US" sz="3000" b="1" u="sng" dirty="0">
                <a:latin typeface="Arial Rounded MT Bold" panose="020F0704030504030204" pitchFamily="34" charset="0"/>
              </a:rPr>
              <a:t>Applied Science and Engineering Project 1 (ASEP1) </a:t>
            </a:r>
            <a:r>
              <a:rPr lang="en-US" sz="3000" b="1" u="sng" dirty="0" err="1">
                <a:latin typeface="Arial Rounded MT Bold" panose="020F0704030504030204" pitchFamily="34" charset="0"/>
              </a:rPr>
              <a:t>Project_PPT</a:t>
            </a:r>
            <a:r>
              <a:rPr lang="en-US" sz="3000" b="1" u="sng" dirty="0">
                <a:latin typeface="Arial Rounded MT Bold" panose="020F0704030504030204" pitchFamily="34" charset="0"/>
              </a:rPr>
              <a:t> for Mid Semester Assessment – November 2025</a:t>
            </a:r>
            <a:endParaRPr lang="en-IN" sz="3000" b="1" dirty="0"/>
          </a:p>
        </p:txBody>
      </p:sp>
      <p:sp>
        <p:nvSpPr>
          <p:cNvPr id="3" name="Content Placeholder 2">
            <a:extLst>
              <a:ext uri="{FF2B5EF4-FFF2-40B4-BE49-F238E27FC236}">
                <a16:creationId xmlns:a16="http://schemas.microsoft.com/office/drawing/2014/main" id="{48F90B0E-ED9E-4B65-820F-8F4890616EC9}"/>
              </a:ext>
            </a:extLst>
          </p:cNvPr>
          <p:cNvSpPr>
            <a:spLocks noGrp="1"/>
          </p:cNvSpPr>
          <p:nvPr>
            <p:ph idx="1"/>
          </p:nvPr>
        </p:nvSpPr>
        <p:spPr>
          <a:xfrm>
            <a:off x="838200" y="801859"/>
            <a:ext cx="10515600" cy="5852160"/>
          </a:xfrm>
        </p:spPr>
        <p:txBody>
          <a:bodyPr/>
          <a:lstStyle/>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r>
              <a:rPr lang="en-IN" sz="2400" dirty="0">
                <a:solidFill>
                  <a:schemeClr val="bg2">
                    <a:lumMod val="75000"/>
                  </a:schemeClr>
                </a:solidFill>
              </a:rPr>
              <a:t>        </a:t>
            </a:r>
            <a:r>
              <a:rPr lang="en-IN" sz="2000" dirty="0">
                <a:latin typeface="Arial Rounded MT Bold" panose="020F0704030504030204" pitchFamily="34" charset="0"/>
              </a:rPr>
              <a:t>Div:-</a:t>
            </a:r>
            <a:r>
              <a:rPr lang="en-IN" sz="2000" dirty="0">
                <a:solidFill>
                  <a:srgbClr val="FF0000"/>
                </a:solidFill>
                <a:latin typeface="Arial Rounded MT Bold" panose="020F0704030504030204" pitchFamily="34" charset="0"/>
              </a:rPr>
              <a:t>CS-I  </a:t>
            </a:r>
            <a:r>
              <a:rPr lang="en-IN" sz="2000" dirty="0">
                <a:latin typeface="Arial Rounded MT Bold" panose="020F0704030504030204" pitchFamily="34" charset="0"/>
              </a:rPr>
              <a:t>ASEP Group No:-</a:t>
            </a:r>
            <a:r>
              <a:rPr lang="en-IN" sz="2000" dirty="0">
                <a:solidFill>
                  <a:srgbClr val="FF0000"/>
                </a:solidFill>
                <a:latin typeface="Arial Rounded MT Bold" panose="020F0704030504030204" pitchFamily="34" charset="0"/>
              </a:rPr>
              <a:t>11 </a:t>
            </a:r>
            <a:r>
              <a:rPr lang="en-IN" sz="2000" dirty="0">
                <a:latin typeface="Arial Rounded MT Bold" panose="020F0704030504030204" pitchFamily="34" charset="0"/>
              </a:rPr>
              <a:t> Day:-</a:t>
            </a:r>
            <a:r>
              <a:rPr lang="en-IN" sz="2000" dirty="0">
                <a:solidFill>
                  <a:srgbClr val="FF0000"/>
                </a:solidFill>
                <a:latin typeface="Arial Rounded MT Bold" panose="020F0704030504030204" pitchFamily="34" charset="0"/>
              </a:rPr>
              <a:t>Friday</a:t>
            </a:r>
            <a:r>
              <a:rPr lang="en-IN" sz="2000" dirty="0">
                <a:latin typeface="Arial Rounded MT Bold" panose="020F0704030504030204" pitchFamily="34" charset="0"/>
              </a:rPr>
              <a:t>    </a:t>
            </a:r>
            <a:r>
              <a:rPr lang="en-IN" sz="2000">
                <a:latin typeface="Arial Rounded MT Bold" panose="020F0704030504030204" pitchFamily="34" charset="0"/>
              </a:rPr>
              <a:t>Date:-</a:t>
            </a:r>
            <a:r>
              <a:rPr lang="en-IN" sz="2000">
                <a:solidFill>
                  <a:srgbClr val="FF0000"/>
                </a:solidFill>
                <a:latin typeface="Arial Rounded MT Bold" panose="020F0704030504030204" pitchFamily="34" charset="0"/>
              </a:rPr>
              <a:t>12/12/2025</a:t>
            </a:r>
            <a:endParaRPr lang="en-IN" sz="2000" dirty="0">
              <a:solidFill>
                <a:srgbClr val="FF0000"/>
              </a:solidFill>
              <a:latin typeface="Arial Rounded MT Bold" panose="020F0704030504030204" pitchFamily="34" charset="0"/>
            </a:endParaRPr>
          </a:p>
          <a:p>
            <a:pPr marL="0" indent="0">
              <a:buNone/>
            </a:pPr>
            <a:endParaRPr lang="en-IN" sz="2400" dirty="0">
              <a:latin typeface="Arial Rounded MT Bold" panose="020F0704030504030204" pitchFamily="34" charset="0"/>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66164" cy="1092460"/>
          </a:xfrm>
          <a:prstGeom prst="rect">
            <a:avLst/>
          </a:prstGeom>
        </p:spPr>
      </p:pic>
      <p:sp>
        <p:nvSpPr>
          <p:cNvPr id="11" name="Slide Number Placeholder 4">
            <a:extLst>
              <a:ext uri="{FF2B5EF4-FFF2-40B4-BE49-F238E27FC236}">
                <a16:creationId xmlns:a16="http://schemas.microsoft.com/office/drawing/2014/main" id="{7DA496CA-B28D-4CA7-951D-950D5EA764C3}"/>
              </a:ext>
            </a:extLst>
          </p:cNvPr>
          <p:cNvSpPr>
            <a:spLocks noGrp="1"/>
          </p:cNvSpPr>
          <p:nvPr>
            <p:ph type="sldNum" sz="quarter" idx="12"/>
          </p:nvPr>
        </p:nvSpPr>
        <p:spPr>
          <a:xfrm>
            <a:off x="11470968" y="6509940"/>
            <a:ext cx="721032" cy="365125"/>
          </a:xfrm>
        </p:spPr>
        <p:txBody>
          <a:bodyPr/>
          <a:lstStyle/>
          <a:p>
            <a:fld id="{3FCAF691-C30B-4477-A4FB-AFF7F164B000}" type="slidenum">
              <a:rPr lang="en-IN" sz="1600" b="1">
                <a:solidFill>
                  <a:schemeClr val="tx1"/>
                </a:solidFill>
              </a:rPr>
              <a:pPr/>
              <a:t>2</a:t>
            </a:fld>
            <a:endParaRPr lang="en-IN" sz="1600" b="1" dirty="0">
              <a:solidFill>
                <a:schemeClr val="tx1"/>
              </a:solidFill>
            </a:endParaRPr>
          </a:p>
        </p:txBody>
      </p:sp>
      <p:sp>
        <p:nvSpPr>
          <p:cNvPr id="4" name="Rectangle 3">
            <a:extLst>
              <a:ext uri="{FF2B5EF4-FFF2-40B4-BE49-F238E27FC236}">
                <a16:creationId xmlns:a16="http://schemas.microsoft.com/office/drawing/2014/main" id="{C30B095A-509B-F6C9-E051-EC8190E38F4F}"/>
              </a:ext>
            </a:extLst>
          </p:cNvPr>
          <p:cNvSpPr/>
          <p:nvPr/>
        </p:nvSpPr>
        <p:spPr>
          <a:xfrm>
            <a:off x="23853" y="6509941"/>
            <a:ext cx="12192000" cy="33691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sp>
        <p:nvSpPr>
          <p:cNvPr id="5" name="TextBox 4">
            <a:extLst>
              <a:ext uri="{FF2B5EF4-FFF2-40B4-BE49-F238E27FC236}">
                <a16:creationId xmlns:a16="http://schemas.microsoft.com/office/drawing/2014/main" id="{267A67F9-71E6-54EB-5158-1A1B3114CD38}"/>
              </a:ext>
            </a:extLst>
          </p:cNvPr>
          <p:cNvSpPr txBox="1"/>
          <p:nvPr/>
        </p:nvSpPr>
        <p:spPr>
          <a:xfrm flipH="1">
            <a:off x="1133405" y="1772531"/>
            <a:ext cx="9972895" cy="830997"/>
          </a:xfrm>
          <a:prstGeom prst="rect">
            <a:avLst/>
          </a:prstGeom>
          <a:noFill/>
        </p:spPr>
        <p:txBody>
          <a:bodyPr wrap="square" rtlCol="0">
            <a:spAutoFit/>
          </a:bodyPr>
          <a:lstStyle/>
          <a:p>
            <a:pPr algn="ctr"/>
            <a:r>
              <a:rPr lang="en-IN" sz="2400" dirty="0">
                <a:latin typeface="Arial Rounded MT Bold" panose="020F0704030504030204" pitchFamily="34" charset="0"/>
              </a:rPr>
              <a:t>Project Title:- </a:t>
            </a:r>
            <a:r>
              <a:rPr lang="en-US" sz="2400" b="1" dirty="0"/>
              <a:t>AI- Based Smart Health And Location Monitoring System</a:t>
            </a:r>
          </a:p>
          <a:p>
            <a:pPr algn="ctr">
              <a:buNone/>
            </a:pPr>
            <a:endParaRPr lang="en-IN" sz="2400" dirty="0">
              <a:latin typeface="Arial Rounded MT Bold" panose="020F0704030504030204" pitchFamily="34" charset="0"/>
            </a:endParaRPr>
          </a:p>
        </p:txBody>
      </p:sp>
      <p:sp>
        <p:nvSpPr>
          <p:cNvPr id="6" name="TextBox 5">
            <a:extLst>
              <a:ext uri="{FF2B5EF4-FFF2-40B4-BE49-F238E27FC236}">
                <a16:creationId xmlns:a16="http://schemas.microsoft.com/office/drawing/2014/main" id="{D7F357B6-AFEE-30EF-379C-D3AF51B13C84}"/>
              </a:ext>
            </a:extLst>
          </p:cNvPr>
          <p:cNvSpPr txBox="1"/>
          <p:nvPr/>
        </p:nvSpPr>
        <p:spPr>
          <a:xfrm>
            <a:off x="1026340" y="3568588"/>
            <a:ext cx="6750106" cy="1477328"/>
          </a:xfrm>
          <a:prstGeom prst="rect">
            <a:avLst/>
          </a:prstGeom>
          <a:noFill/>
        </p:spPr>
        <p:txBody>
          <a:bodyPr wrap="square" rtlCol="0">
            <a:spAutoFit/>
          </a:bodyPr>
          <a:lstStyle/>
          <a:p>
            <a:pPr>
              <a:buNone/>
            </a:pPr>
            <a:r>
              <a:rPr lang="en-IN" dirty="0">
                <a:latin typeface="Arial Rounded MT Bold" panose="020F0704030504030204" pitchFamily="34" charset="0"/>
              </a:rPr>
              <a:t>Presented by						</a:t>
            </a:r>
          </a:p>
          <a:p>
            <a:pPr marL="342900" indent="-342900">
              <a:buAutoNum type="arabicParenR"/>
            </a:pPr>
            <a:r>
              <a:rPr lang="en-IN" dirty="0">
                <a:latin typeface="Arial Rounded MT Bold" panose="020F0704030504030204" pitchFamily="34" charset="0"/>
              </a:rPr>
              <a:t>Rajas </a:t>
            </a:r>
            <a:r>
              <a:rPr lang="en-IN" dirty="0" err="1">
                <a:latin typeface="Arial Rounded MT Bold" panose="020F0704030504030204" pitchFamily="34" charset="0"/>
              </a:rPr>
              <a:t>Ghongade</a:t>
            </a:r>
            <a:r>
              <a:rPr lang="en-IN" dirty="0">
                <a:latin typeface="Arial Rounded MT Bold" panose="020F0704030504030204" pitchFamily="34" charset="0"/>
              </a:rPr>
              <a:t> (1251070897)(GL)</a:t>
            </a:r>
          </a:p>
          <a:p>
            <a:pPr marL="342900" indent="-342900">
              <a:buAutoNum type="arabicParenR"/>
            </a:pPr>
            <a:r>
              <a:rPr lang="en-IN" dirty="0">
                <a:latin typeface="Arial Rounded MT Bold" panose="020F0704030504030204" pitchFamily="34" charset="0"/>
              </a:rPr>
              <a:t>Rahul Gore (1251070789) (AGL)</a:t>
            </a:r>
          </a:p>
          <a:p>
            <a:pPr marL="342900" indent="-342900">
              <a:buAutoNum type="arabicParenR"/>
            </a:pPr>
            <a:r>
              <a:rPr lang="en-IN" dirty="0">
                <a:latin typeface="Arial Rounded MT Bold" panose="020F0704030504030204" pitchFamily="34" charset="0"/>
              </a:rPr>
              <a:t>Chaitanya </a:t>
            </a:r>
            <a:r>
              <a:rPr lang="en-IN" dirty="0" err="1">
                <a:latin typeface="Arial Rounded MT Bold" panose="020F0704030504030204" pitchFamily="34" charset="0"/>
              </a:rPr>
              <a:t>Rajmane</a:t>
            </a:r>
            <a:r>
              <a:rPr lang="en-IN" dirty="0">
                <a:latin typeface="Arial Rounded MT Bold" panose="020F0704030504030204" pitchFamily="34" charset="0"/>
              </a:rPr>
              <a:t> (1251070560)</a:t>
            </a:r>
          </a:p>
          <a:p>
            <a:pPr marL="342900" indent="-342900">
              <a:buAutoNum type="arabicParenR"/>
            </a:pPr>
            <a:r>
              <a:rPr lang="en-IN" dirty="0">
                <a:latin typeface="Arial Rounded MT Bold" panose="020F0704030504030204" pitchFamily="34" charset="0"/>
              </a:rPr>
              <a:t>Kunal </a:t>
            </a:r>
            <a:r>
              <a:rPr lang="en-IN" dirty="0" err="1">
                <a:latin typeface="Arial Rounded MT Bold" panose="020F0704030504030204" pitchFamily="34" charset="0"/>
              </a:rPr>
              <a:t>Rahangdale</a:t>
            </a:r>
            <a:r>
              <a:rPr lang="en-IN" dirty="0">
                <a:latin typeface="Arial Rounded MT Bold" panose="020F0704030504030204" pitchFamily="34" charset="0"/>
              </a:rPr>
              <a:t> (1251070556) </a:t>
            </a:r>
          </a:p>
        </p:txBody>
      </p:sp>
      <p:sp>
        <p:nvSpPr>
          <p:cNvPr id="7" name="TextBox 6">
            <a:extLst>
              <a:ext uri="{FF2B5EF4-FFF2-40B4-BE49-F238E27FC236}">
                <a16:creationId xmlns:a16="http://schemas.microsoft.com/office/drawing/2014/main" id="{9C12863F-B0A9-D93C-7B7F-07165A1ED518}"/>
              </a:ext>
            </a:extLst>
          </p:cNvPr>
          <p:cNvSpPr txBox="1"/>
          <p:nvPr/>
        </p:nvSpPr>
        <p:spPr>
          <a:xfrm>
            <a:off x="7776446" y="3568588"/>
            <a:ext cx="3694522" cy="646331"/>
          </a:xfrm>
          <a:prstGeom prst="rect">
            <a:avLst/>
          </a:prstGeom>
          <a:noFill/>
        </p:spPr>
        <p:txBody>
          <a:bodyPr wrap="square" rtlCol="0">
            <a:spAutoFit/>
          </a:bodyPr>
          <a:lstStyle/>
          <a:p>
            <a:r>
              <a:rPr lang="en-IN" dirty="0">
                <a:latin typeface="Arial Rounded MT Bold" panose="020F0704030504030204" pitchFamily="34" charset="0"/>
              </a:rPr>
              <a:t>Project Guide</a:t>
            </a:r>
          </a:p>
          <a:p>
            <a:r>
              <a:rPr lang="en-IN" dirty="0">
                <a:latin typeface="Arial Rounded MT Bold" panose="020F0704030504030204" pitchFamily="34" charset="0"/>
              </a:rPr>
              <a:t>Dr. Sachin Jadhav </a:t>
            </a:r>
            <a:endParaRPr lang="en-US" dirty="0"/>
          </a:p>
        </p:txBody>
      </p:sp>
      <p:sp>
        <p:nvSpPr>
          <p:cNvPr id="8" name="TextBox 7">
            <a:extLst>
              <a:ext uri="{FF2B5EF4-FFF2-40B4-BE49-F238E27FC236}">
                <a16:creationId xmlns:a16="http://schemas.microsoft.com/office/drawing/2014/main" id="{B3B53907-F081-EF92-2BBA-F8D782A123B6}"/>
              </a:ext>
            </a:extLst>
          </p:cNvPr>
          <p:cNvSpPr txBox="1"/>
          <p:nvPr/>
        </p:nvSpPr>
        <p:spPr>
          <a:xfrm>
            <a:off x="966165" y="5572982"/>
            <a:ext cx="9763874" cy="923330"/>
          </a:xfrm>
          <a:prstGeom prst="rect">
            <a:avLst/>
          </a:prstGeom>
          <a:noFill/>
        </p:spPr>
        <p:txBody>
          <a:bodyPr wrap="square" rtlCol="0">
            <a:spAutoFit/>
          </a:bodyPr>
          <a:lstStyle/>
          <a:p>
            <a:pPr algn="ctr">
              <a:buNone/>
            </a:pPr>
            <a:r>
              <a:rPr lang="en-IN" dirty="0">
                <a:latin typeface="Arial Rounded MT Bold" panose="020F0704030504030204" pitchFamily="34" charset="0"/>
              </a:rPr>
              <a:t>Department of Engineering, Sciences and Humanities</a:t>
            </a:r>
          </a:p>
          <a:p>
            <a:pPr algn="ctr">
              <a:buNone/>
            </a:pPr>
            <a:r>
              <a:rPr lang="en-IN" dirty="0">
                <a:latin typeface="Arial Rounded MT Bold" panose="020F0704030504030204" pitchFamily="34" charset="0"/>
              </a:rPr>
              <a:t>Vishwakarma Institute of Technology, Pune</a:t>
            </a:r>
          </a:p>
          <a:p>
            <a:endParaRPr lang="en-US" dirty="0"/>
          </a:p>
        </p:txBody>
      </p:sp>
    </p:spTree>
    <p:extLst>
      <p:ext uri="{BB962C8B-B14F-4D97-AF65-F5344CB8AC3E}">
        <p14:creationId xmlns:p14="http://schemas.microsoft.com/office/powerpoint/2010/main" val="324646021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2DD76-D84A-36DF-3033-98FA31E159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474E7-B55E-5B2E-4CB4-6CA81D7857AC}"/>
              </a:ext>
            </a:extLst>
          </p:cNvPr>
          <p:cNvSpPr>
            <a:spLocks noGrp="1"/>
          </p:cNvSpPr>
          <p:nvPr>
            <p:ph type="title"/>
          </p:nvPr>
        </p:nvSpPr>
        <p:spPr>
          <a:xfrm>
            <a:off x="776068" y="28137"/>
            <a:ext cx="10515600" cy="970672"/>
          </a:xfrm>
        </p:spPr>
        <p:txBody>
          <a:bodyPr>
            <a:normAutofit/>
          </a:bodyPr>
          <a:lstStyle/>
          <a:p>
            <a:pPr algn="ctr"/>
            <a:r>
              <a:rPr lang="en-IN" sz="3600" b="1" dirty="0"/>
              <a:t>   </a:t>
            </a:r>
          </a:p>
        </p:txBody>
      </p:sp>
      <p:sp>
        <p:nvSpPr>
          <p:cNvPr id="3" name="Content Placeholder 2">
            <a:extLst>
              <a:ext uri="{FF2B5EF4-FFF2-40B4-BE49-F238E27FC236}">
                <a16:creationId xmlns:a16="http://schemas.microsoft.com/office/drawing/2014/main" id="{E292FBFE-DA47-40D5-B992-685E0F68DB94}"/>
              </a:ext>
            </a:extLst>
          </p:cNvPr>
          <p:cNvSpPr>
            <a:spLocks noGrp="1"/>
          </p:cNvSpPr>
          <p:nvPr>
            <p:ph idx="1"/>
          </p:nvPr>
        </p:nvSpPr>
        <p:spPr>
          <a:xfrm>
            <a:off x="838200" y="801859"/>
            <a:ext cx="10515600" cy="5852160"/>
          </a:xfrm>
        </p:spPr>
        <p:txBody>
          <a:bodyPr/>
          <a:lstStyle/>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r>
              <a:rPr lang="en-IN" sz="2400" dirty="0">
                <a:solidFill>
                  <a:schemeClr val="bg2">
                    <a:lumMod val="75000"/>
                  </a:schemeClr>
                </a:solidFill>
              </a:rPr>
              <a:t>                                                     </a:t>
            </a:r>
            <a:endParaRPr lang="en-IN" sz="24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6B280947-536F-CDFB-F31C-B855D91F08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66164" cy="1092460"/>
          </a:xfrm>
          <a:prstGeom prst="rect">
            <a:avLst/>
          </a:prstGeom>
        </p:spPr>
      </p:pic>
      <p:sp>
        <p:nvSpPr>
          <p:cNvPr id="11" name="Slide Number Placeholder 4">
            <a:extLst>
              <a:ext uri="{FF2B5EF4-FFF2-40B4-BE49-F238E27FC236}">
                <a16:creationId xmlns:a16="http://schemas.microsoft.com/office/drawing/2014/main" id="{CA853E4A-A684-DFEC-2141-AFA9CA35688A}"/>
              </a:ext>
            </a:extLst>
          </p:cNvPr>
          <p:cNvSpPr>
            <a:spLocks noGrp="1"/>
          </p:cNvSpPr>
          <p:nvPr>
            <p:ph type="sldNum" sz="quarter" idx="12"/>
          </p:nvPr>
        </p:nvSpPr>
        <p:spPr>
          <a:xfrm>
            <a:off x="11470968" y="6509940"/>
            <a:ext cx="721032" cy="365125"/>
          </a:xfrm>
        </p:spPr>
        <p:txBody>
          <a:bodyPr/>
          <a:lstStyle/>
          <a:p>
            <a:fld id="{3FCAF691-C30B-4477-A4FB-AFF7F164B000}" type="slidenum">
              <a:rPr lang="en-IN" sz="1600" b="1">
                <a:solidFill>
                  <a:schemeClr val="tx1"/>
                </a:solidFill>
              </a:rPr>
              <a:pPr/>
              <a:t>3</a:t>
            </a:fld>
            <a:endParaRPr lang="en-IN" sz="1600" b="1" dirty="0">
              <a:solidFill>
                <a:schemeClr val="tx1"/>
              </a:solidFill>
            </a:endParaRPr>
          </a:p>
        </p:txBody>
      </p:sp>
      <p:sp>
        <p:nvSpPr>
          <p:cNvPr id="4" name="Rectangle 3">
            <a:extLst>
              <a:ext uri="{FF2B5EF4-FFF2-40B4-BE49-F238E27FC236}">
                <a16:creationId xmlns:a16="http://schemas.microsoft.com/office/drawing/2014/main" id="{A24A023E-30C2-E1E5-63BD-E41BBB820BF4}"/>
              </a:ext>
            </a:extLst>
          </p:cNvPr>
          <p:cNvSpPr/>
          <p:nvPr/>
        </p:nvSpPr>
        <p:spPr>
          <a:xfrm>
            <a:off x="23853" y="6509941"/>
            <a:ext cx="12192000" cy="33691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sp>
        <p:nvSpPr>
          <p:cNvPr id="5" name="TextBox 4">
            <a:extLst>
              <a:ext uri="{FF2B5EF4-FFF2-40B4-BE49-F238E27FC236}">
                <a16:creationId xmlns:a16="http://schemas.microsoft.com/office/drawing/2014/main" id="{8622C944-4088-C27B-EA97-94B87B669074}"/>
              </a:ext>
            </a:extLst>
          </p:cNvPr>
          <p:cNvSpPr txBox="1"/>
          <p:nvPr/>
        </p:nvSpPr>
        <p:spPr>
          <a:xfrm>
            <a:off x="1685292" y="316633"/>
            <a:ext cx="8480453" cy="584775"/>
          </a:xfrm>
          <a:prstGeom prst="rect">
            <a:avLst/>
          </a:prstGeom>
          <a:noFill/>
        </p:spPr>
        <p:txBody>
          <a:bodyPr wrap="square" rtlCol="0">
            <a:spAutoFit/>
          </a:bodyPr>
          <a:lstStyle/>
          <a:p>
            <a:pPr algn="ctr"/>
            <a:r>
              <a:rPr lang="en-IN" sz="3200" b="1" u="sng" dirty="0">
                <a:latin typeface="Arial Rounded MT Bold" panose="020F0704030504030204" pitchFamily="34" charset="0"/>
              </a:rPr>
              <a:t>Introduction of ASEP Topic</a:t>
            </a:r>
            <a:endParaRPr lang="en-US" sz="3200" dirty="0"/>
          </a:p>
        </p:txBody>
      </p:sp>
      <p:sp>
        <p:nvSpPr>
          <p:cNvPr id="6" name="TextBox 5">
            <a:extLst>
              <a:ext uri="{FF2B5EF4-FFF2-40B4-BE49-F238E27FC236}">
                <a16:creationId xmlns:a16="http://schemas.microsoft.com/office/drawing/2014/main" id="{9DB06253-E7E5-4F14-8A8F-F26E1D9DD6DA}"/>
              </a:ext>
            </a:extLst>
          </p:cNvPr>
          <p:cNvSpPr txBox="1"/>
          <p:nvPr/>
        </p:nvSpPr>
        <p:spPr>
          <a:xfrm>
            <a:off x="1432291" y="1335185"/>
            <a:ext cx="9921510" cy="4247317"/>
          </a:xfrm>
          <a:prstGeom prst="rect">
            <a:avLst/>
          </a:prstGeom>
          <a:noFill/>
        </p:spPr>
        <p:txBody>
          <a:bodyPr wrap="square" rtlCol="0">
            <a:spAutoFit/>
          </a:bodyPr>
          <a:lstStyle/>
          <a:p>
            <a:pPr marL="342900" indent="-342900">
              <a:buAutoNum type="alphaUcPeriod"/>
            </a:pPr>
            <a:r>
              <a:rPr lang="en-US" dirty="0"/>
              <a:t>Project Title: AI-Based Smart Soldier Health and Location Monitoring System</a:t>
            </a:r>
          </a:p>
          <a:p>
            <a:pPr marL="342900" indent="-342900">
              <a:buAutoNum type="alphaUcPeriod"/>
            </a:pPr>
            <a:endParaRPr lang="en-US" dirty="0"/>
          </a:p>
          <a:p>
            <a:pPr marL="342900" indent="-342900">
              <a:buAutoNum type="alphaUcPeriod"/>
            </a:pPr>
            <a:r>
              <a:rPr lang="en-US" dirty="0"/>
              <a:t>Domain Areas: </a:t>
            </a:r>
            <a:r>
              <a:rPr lang="en-US" dirty="0" err="1"/>
              <a:t>Defence</a:t>
            </a:r>
            <a:r>
              <a:rPr lang="en-US" dirty="0"/>
              <a:t>, Healthcare, Security Systems, Assistive Aid </a:t>
            </a:r>
          </a:p>
          <a:p>
            <a:pPr marL="342900" indent="-342900">
              <a:buAutoNum type="alphaUcPeriod"/>
            </a:pPr>
            <a:endParaRPr lang="en-US" dirty="0"/>
          </a:p>
          <a:p>
            <a:pPr marL="342900" indent="-342900">
              <a:buAutoNum type="alphaUcPeriod"/>
            </a:pPr>
            <a:r>
              <a:rPr lang="en-US" dirty="0"/>
              <a:t>Project Overview / Problem Definition: In modern </a:t>
            </a:r>
            <a:r>
              <a:rPr lang="en-US" dirty="0" err="1"/>
              <a:t>defence</a:t>
            </a:r>
            <a:r>
              <a:rPr lang="en-US" dirty="0"/>
              <a:t> operations, the safety and health of soldiers are of utmost importance. However, monitoring a soldier’s physical condition and location in real-time during missions remains a significant challenge. Traditional communication systems fail to provide health analytics or situational awareness, often delaying critical medical assistance. </a:t>
            </a:r>
          </a:p>
          <a:p>
            <a:r>
              <a:rPr lang="en-US" dirty="0"/>
              <a:t>       To address this, the proposed project introduces an AI-based health and location monitoring </a:t>
            </a:r>
          </a:p>
          <a:p>
            <a:r>
              <a:rPr lang="en-US" dirty="0"/>
              <a:t>       system that continuously tracks soldiers’ vital parameters and GPS position using IoT-enabled           </a:t>
            </a:r>
          </a:p>
          <a:p>
            <a:r>
              <a:rPr lang="en-US" dirty="0"/>
              <a:t>       wearable sensors. The data is processed using Artificial Intelligence algorithms to predict</a:t>
            </a:r>
          </a:p>
          <a:p>
            <a:r>
              <a:rPr lang="en-US" dirty="0"/>
              <a:t>       fatigue,     dehydration, or potential health risks. In emergencies, automatic alerts with location</a:t>
            </a:r>
          </a:p>
          <a:p>
            <a:r>
              <a:rPr lang="en-US" dirty="0"/>
              <a:t>       coordinates    are sent to the command center, ensuring rapid decision-making and rescue</a:t>
            </a:r>
          </a:p>
          <a:p>
            <a:r>
              <a:rPr lang="en-US" dirty="0"/>
              <a:t>       response. </a:t>
            </a:r>
          </a:p>
        </p:txBody>
      </p:sp>
    </p:spTree>
    <p:extLst>
      <p:ext uri="{BB962C8B-B14F-4D97-AF65-F5344CB8AC3E}">
        <p14:creationId xmlns:p14="http://schemas.microsoft.com/office/powerpoint/2010/main" val="172731399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1EEC8-71C4-9B37-F8E3-1FEB2D4D8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B773E8-F7BA-5D22-E987-3F4872F542DC}"/>
              </a:ext>
            </a:extLst>
          </p:cNvPr>
          <p:cNvSpPr>
            <a:spLocks noGrp="1"/>
          </p:cNvSpPr>
          <p:nvPr>
            <p:ph type="title"/>
          </p:nvPr>
        </p:nvSpPr>
        <p:spPr>
          <a:xfrm>
            <a:off x="776068" y="28137"/>
            <a:ext cx="10515600" cy="970672"/>
          </a:xfrm>
        </p:spPr>
        <p:txBody>
          <a:bodyPr>
            <a:normAutofit/>
          </a:bodyPr>
          <a:lstStyle/>
          <a:p>
            <a:pPr algn="ctr"/>
            <a:r>
              <a:rPr lang="en-IN" sz="3600" b="1" dirty="0"/>
              <a:t>   </a:t>
            </a:r>
          </a:p>
        </p:txBody>
      </p:sp>
      <p:sp>
        <p:nvSpPr>
          <p:cNvPr id="3" name="Content Placeholder 2">
            <a:extLst>
              <a:ext uri="{FF2B5EF4-FFF2-40B4-BE49-F238E27FC236}">
                <a16:creationId xmlns:a16="http://schemas.microsoft.com/office/drawing/2014/main" id="{90E0A9F7-BBE3-DCF8-14D5-334D4D94B98A}"/>
              </a:ext>
            </a:extLst>
          </p:cNvPr>
          <p:cNvSpPr>
            <a:spLocks noGrp="1"/>
          </p:cNvSpPr>
          <p:nvPr>
            <p:ph idx="1"/>
          </p:nvPr>
        </p:nvSpPr>
        <p:spPr>
          <a:xfrm>
            <a:off x="838200" y="801859"/>
            <a:ext cx="10515600" cy="5852160"/>
          </a:xfrm>
        </p:spPr>
        <p:txBody>
          <a:bodyPr/>
          <a:lstStyle/>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r>
              <a:rPr lang="en-IN" sz="2400" dirty="0">
                <a:solidFill>
                  <a:schemeClr val="bg2">
                    <a:lumMod val="75000"/>
                  </a:schemeClr>
                </a:solidFill>
              </a:rPr>
              <a:t>                                                     </a:t>
            </a:r>
            <a:endParaRPr lang="en-IN" sz="24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0222FDA6-5899-12B0-61F5-0FB44C46C0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66164" cy="1092460"/>
          </a:xfrm>
          <a:prstGeom prst="rect">
            <a:avLst/>
          </a:prstGeom>
        </p:spPr>
      </p:pic>
      <p:sp>
        <p:nvSpPr>
          <p:cNvPr id="11" name="Slide Number Placeholder 4">
            <a:extLst>
              <a:ext uri="{FF2B5EF4-FFF2-40B4-BE49-F238E27FC236}">
                <a16:creationId xmlns:a16="http://schemas.microsoft.com/office/drawing/2014/main" id="{7E0DCC83-CE17-1B79-10DD-486B5D12BEF8}"/>
              </a:ext>
            </a:extLst>
          </p:cNvPr>
          <p:cNvSpPr>
            <a:spLocks noGrp="1"/>
          </p:cNvSpPr>
          <p:nvPr>
            <p:ph type="sldNum" sz="quarter" idx="12"/>
          </p:nvPr>
        </p:nvSpPr>
        <p:spPr>
          <a:xfrm>
            <a:off x="11470968" y="6509940"/>
            <a:ext cx="721032" cy="365125"/>
          </a:xfrm>
        </p:spPr>
        <p:txBody>
          <a:bodyPr/>
          <a:lstStyle/>
          <a:p>
            <a:fld id="{3FCAF691-C30B-4477-A4FB-AFF7F164B000}" type="slidenum">
              <a:rPr lang="en-IN" sz="1600" b="1">
                <a:solidFill>
                  <a:schemeClr val="tx1"/>
                </a:solidFill>
              </a:rPr>
              <a:pPr/>
              <a:t>4</a:t>
            </a:fld>
            <a:endParaRPr lang="en-IN" sz="1600" b="1" dirty="0">
              <a:solidFill>
                <a:schemeClr val="tx1"/>
              </a:solidFill>
            </a:endParaRPr>
          </a:p>
        </p:txBody>
      </p:sp>
      <p:sp>
        <p:nvSpPr>
          <p:cNvPr id="4" name="Rectangle 3">
            <a:extLst>
              <a:ext uri="{FF2B5EF4-FFF2-40B4-BE49-F238E27FC236}">
                <a16:creationId xmlns:a16="http://schemas.microsoft.com/office/drawing/2014/main" id="{B5861AC5-0C45-8484-A606-8E9474EB0C15}"/>
              </a:ext>
            </a:extLst>
          </p:cNvPr>
          <p:cNvSpPr/>
          <p:nvPr/>
        </p:nvSpPr>
        <p:spPr>
          <a:xfrm>
            <a:off x="23853" y="6509941"/>
            <a:ext cx="12192000" cy="33691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sp>
        <p:nvSpPr>
          <p:cNvPr id="5" name="TextBox 4">
            <a:extLst>
              <a:ext uri="{FF2B5EF4-FFF2-40B4-BE49-F238E27FC236}">
                <a16:creationId xmlns:a16="http://schemas.microsoft.com/office/drawing/2014/main" id="{28D9000A-D479-8978-F4A8-568D8130FCC9}"/>
              </a:ext>
            </a:extLst>
          </p:cNvPr>
          <p:cNvSpPr txBox="1"/>
          <p:nvPr/>
        </p:nvSpPr>
        <p:spPr>
          <a:xfrm>
            <a:off x="1178449" y="443567"/>
            <a:ext cx="9835102" cy="4555093"/>
          </a:xfrm>
          <a:prstGeom prst="rect">
            <a:avLst/>
          </a:prstGeom>
          <a:noFill/>
        </p:spPr>
        <p:txBody>
          <a:bodyPr wrap="square" rtlCol="0">
            <a:spAutoFit/>
          </a:bodyPr>
          <a:lstStyle/>
          <a:p>
            <a:pPr algn="ctr"/>
            <a:r>
              <a:rPr lang="en-US" dirty="0"/>
              <a:t>  </a:t>
            </a:r>
            <a:r>
              <a:rPr lang="en-US" sz="4400" b="1" dirty="0"/>
              <a:t>Objectives:</a:t>
            </a:r>
          </a:p>
          <a:p>
            <a:endParaRPr lang="en-US" dirty="0"/>
          </a:p>
          <a:p>
            <a:endParaRPr lang="en-US" dirty="0"/>
          </a:p>
          <a:p>
            <a:endParaRPr lang="en-US" dirty="0"/>
          </a:p>
          <a:p>
            <a:r>
              <a:rPr lang="en-US" dirty="0"/>
              <a:t> </a:t>
            </a:r>
            <a:r>
              <a:rPr lang="en-US" sz="2400" dirty="0"/>
              <a:t>1. To design an IoT-enabled wearable system for real-time monitoring of soldiers’ health and location. </a:t>
            </a:r>
          </a:p>
          <a:p>
            <a:r>
              <a:rPr lang="en-US" sz="2400" dirty="0"/>
              <a:t>2. To implement AI algorithms for early detection of abnormal physiological patterns. </a:t>
            </a:r>
          </a:p>
          <a:p>
            <a:r>
              <a:rPr lang="en-US" sz="2400" dirty="0"/>
              <a:t>3. To provide automated emergency alerts with GPS coordinates in critical situations. </a:t>
            </a:r>
          </a:p>
          <a:p>
            <a:r>
              <a:rPr lang="en-US" sz="2400" dirty="0"/>
              <a:t>4. To ensure data reliability, portability, and energy efficiency of the overall system</a:t>
            </a:r>
          </a:p>
        </p:txBody>
      </p:sp>
    </p:spTree>
    <p:extLst>
      <p:ext uri="{BB962C8B-B14F-4D97-AF65-F5344CB8AC3E}">
        <p14:creationId xmlns:p14="http://schemas.microsoft.com/office/powerpoint/2010/main" val="232662376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15E01-BBCF-CDB8-7F2E-866D9D3838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228E39-88B1-C680-0486-ACEA36AF5FCF}"/>
              </a:ext>
            </a:extLst>
          </p:cNvPr>
          <p:cNvSpPr>
            <a:spLocks noGrp="1"/>
          </p:cNvSpPr>
          <p:nvPr>
            <p:ph type="title"/>
          </p:nvPr>
        </p:nvSpPr>
        <p:spPr>
          <a:xfrm>
            <a:off x="776068" y="28137"/>
            <a:ext cx="10515600" cy="970672"/>
          </a:xfrm>
        </p:spPr>
        <p:txBody>
          <a:bodyPr>
            <a:normAutofit/>
          </a:bodyPr>
          <a:lstStyle/>
          <a:p>
            <a:pPr algn="ctr"/>
            <a:r>
              <a:rPr lang="en-IN" sz="3600" b="1" dirty="0"/>
              <a:t>   </a:t>
            </a:r>
          </a:p>
        </p:txBody>
      </p:sp>
      <p:sp>
        <p:nvSpPr>
          <p:cNvPr id="3" name="Content Placeholder 2">
            <a:extLst>
              <a:ext uri="{FF2B5EF4-FFF2-40B4-BE49-F238E27FC236}">
                <a16:creationId xmlns:a16="http://schemas.microsoft.com/office/drawing/2014/main" id="{D596DD86-FBF8-A2AF-2CBE-CB7A8A403979}"/>
              </a:ext>
            </a:extLst>
          </p:cNvPr>
          <p:cNvSpPr>
            <a:spLocks noGrp="1"/>
          </p:cNvSpPr>
          <p:nvPr>
            <p:ph idx="1"/>
          </p:nvPr>
        </p:nvSpPr>
        <p:spPr>
          <a:xfrm>
            <a:off x="838200" y="801859"/>
            <a:ext cx="10515600" cy="5852160"/>
          </a:xfrm>
        </p:spPr>
        <p:txBody>
          <a:bodyPr/>
          <a:lstStyle/>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r>
              <a:rPr lang="en-IN" sz="2400" dirty="0">
                <a:solidFill>
                  <a:schemeClr val="bg2">
                    <a:lumMod val="75000"/>
                  </a:schemeClr>
                </a:solidFill>
              </a:rPr>
              <a:t>                                                     </a:t>
            </a:r>
            <a:endParaRPr lang="en-IN" sz="24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758ED6D5-8981-AB6C-6899-6FDAD91FB6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66164" cy="1092460"/>
          </a:xfrm>
          <a:prstGeom prst="rect">
            <a:avLst/>
          </a:prstGeom>
        </p:spPr>
      </p:pic>
      <p:sp>
        <p:nvSpPr>
          <p:cNvPr id="11" name="Slide Number Placeholder 4">
            <a:extLst>
              <a:ext uri="{FF2B5EF4-FFF2-40B4-BE49-F238E27FC236}">
                <a16:creationId xmlns:a16="http://schemas.microsoft.com/office/drawing/2014/main" id="{B36B35D0-E9AD-A31A-371D-5E4587AF45F2}"/>
              </a:ext>
            </a:extLst>
          </p:cNvPr>
          <p:cNvSpPr>
            <a:spLocks noGrp="1"/>
          </p:cNvSpPr>
          <p:nvPr>
            <p:ph type="sldNum" sz="quarter" idx="12"/>
          </p:nvPr>
        </p:nvSpPr>
        <p:spPr>
          <a:xfrm>
            <a:off x="11470968" y="6509940"/>
            <a:ext cx="721032" cy="365125"/>
          </a:xfrm>
        </p:spPr>
        <p:txBody>
          <a:bodyPr/>
          <a:lstStyle/>
          <a:p>
            <a:fld id="{3FCAF691-C30B-4477-A4FB-AFF7F164B000}" type="slidenum">
              <a:rPr lang="en-IN" sz="1600" b="1">
                <a:solidFill>
                  <a:schemeClr val="tx1"/>
                </a:solidFill>
              </a:rPr>
              <a:pPr/>
              <a:t>5</a:t>
            </a:fld>
            <a:endParaRPr lang="en-IN" sz="1600" b="1" dirty="0">
              <a:solidFill>
                <a:schemeClr val="tx1"/>
              </a:solidFill>
            </a:endParaRPr>
          </a:p>
        </p:txBody>
      </p:sp>
      <p:sp>
        <p:nvSpPr>
          <p:cNvPr id="4" name="Rectangle 3">
            <a:extLst>
              <a:ext uri="{FF2B5EF4-FFF2-40B4-BE49-F238E27FC236}">
                <a16:creationId xmlns:a16="http://schemas.microsoft.com/office/drawing/2014/main" id="{E6DFCFC8-403F-4E63-FB76-D5F73312832A}"/>
              </a:ext>
            </a:extLst>
          </p:cNvPr>
          <p:cNvSpPr/>
          <p:nvPr/>
        </p:nvSpPr>
        <p:spPr>
          <a:xfrm>
            <a:off x="23853" y="6509941"/>
            <a:ext cx="12192000" cy="33691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sp>
        <p:nvSpPr>
          <p:cNvPr id="5" name="TextBox 4">
            <a:extLst>
              <a:ext uri="{FF2B5EF4-FFF2-40B4-BE49-F238E27FC236}">
                <a16:creationId xmlns:a16="http://schemas.microsoft.com/office/drawing/2014/main" id="{2E639ADC-B60E-5F00-B55F-74CAB4164264}"/>
              </a:ext>
            </a:extLst>
          </p:cNvPr>
          <p:cNvSpPr txBox="1"/>
          <p:nvPr/>
        </p:nvSpPr>
        <p:spPr>
          <a:xfrm>
            <a:off x="2153737" y="254003"/>
            <a:ext cx="7760262" cy="646331"/>
          </a:xfrm>
          <a:prstGeom prst="rect">
            <a:avLst/>
          </a:prstGeom>
          <a:noFill/>
        </p:spPr>
        <p:txBody>
          <a:bodyPr wrap="square" rtlCol="0">
            <a:spAutoFit/>
          </a:bodyPr>
          <a:lstStyle/>
          <a:p>
            <a:pPr algn="ctr"/>
            <a:r>
              <a:rPr lang="en-IN" sz="3600" b="1" dirty="0">
                <a:latin typeface="Arial" panose="020B0604020202020204" pitchFamily="34" charset="0"/>
                <a:cs typeface="Arial" panose="020B0604020202020204" pitchFamily="34" charset="0"/>
              </a:rPr>
              <a:t>Materials / Components</a:t>
            </a:r>
            <a:endParaRPr lang="en-US" sz="3600" b="1" dirty="0">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E6EC6A2-454F-3BFE-8F16-5049ED92C0F1}"/>
              </a:ext>
            </a:extLst>
          </p:cNvPr>
          <p:cNvGraphicFramePr>
            <a:graphicFrameLocks noGrp="1"/>
          </p:cNvGraphicFramePr>
          <p:nvPr>
            <p:extLst>
              <p:ext uri="{D42A27DB-BD31-4B8C-83A1-F6EECF244321}">
                <p14:modId xmlns:p14="http://schemas.microsoft.com/office/powerpoint/2010/main" val="143260079"/>
              </p:ext>
            </p:extLst>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338860391"/>
                    </a:ext>
                  </a:extLst>
                </a:gridCol>
              </a:tblGrid>
              <a:tr h="0">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2704707546"/>
                  </a:ext>
                </a:extLst>
              </a:tr>
            </a:tbl>
          </a:graphicData>
        </a:graphic>
      </p:graphicFrame>
      <p:graphicFrame>
        <p:nvGraphicFramePr>
          <p:cNvPr id="8" name="Table 7">
            <a:extLst>
              <a:ext uri="{FF2B5EF4-FFF2-40B4-BE49-F238E27FC236}">
                <a16:creationId xmlns:a16="http://schemas.microsoft.com/office/drawing/2014/main" id="{63C43AC0-4B1A-F10C-72F2-55A87F57697A}"/>
              </a:ext>
            </a:extLst>
          </p:cNvPr>
          <p:cNvGraphicFramePr>
            <a:graphicFrameLocks noGrp="1"/>
          </p:cNvGraphicFramePr>
          <p:nvPr>
            <p:extLst>
              <p:ext uri="{D42A27DB-BD31-4B8C-83A1-F6EECF244321}">
                <p14:modId xmlns:p14="http://schemas.microsoft.com/office/powerpoint/2010/main" val="3561528833"/>
              </p:ext>
            </p:extLst>
          </p:nvPr>
        </p:nvGraphicFramePr>
        <p:xfrm>
          <a:off x="900332" y="2501777"/>
          <a:ext cx="10515600" cy="365760"/>
        </p:xfrm>
        <a:graphic>
          <a:graphicData uri="http://schemas.openxmlformats.org/drawingml/2006/table">
            <a:tbl>
              <a:tblPr/>
              <a:tblGrid>
                <a:gridCol w="10515600">
                  <a:extLst>
                    <a:ext uri="{9D8B030D-6E8A-4147-A177-3AD203B41FA5}">
                      <a16:colId xmlns:a16="http://schemas.microsoft.com/office/drawing/2014/main" val="4173694266"/>
                    </a:ext>
                  </a:extLst>
                </a:gridCol>
              </a:tblGrid>
              <a:tr h="0">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1739676583"/>
                  </a:ext>
                </a:extLst>
              </a:tr>
            </a:tbl>
          </a:graphicData>
        </a:graphic>
      </p:graphicFrame>
      <p:graphicFrame>
        <p:nvGraphicFramePr>
          <p:cNvPr id="10" name="Table 9">
            <a:extLst>
              <a:ext uri="{FF2B5EF4-FFF2-40B4-BE49-F238E27FC236}">
                <a16:creationId xmlns:a16="http://schemas.microsoft.com/office/drawing/2014/main" id="{3418ABD7-6EC4-9645-14E7-6930067BC272}"/>
              </a:ext>
            </a:extLst>
          </p:cNvPr>
          <p:cNvGraphicFramePr>
            <a:graphicFrameLocks noGrp="1"/>
          </p:cNvGraphicFramePr>
          <p:nvPr>
            <p:extLst>
              <p:ext uri="{D42A27DB-BD31-4B8C-83A1-F6EECF244321}">
                <p14:modId xmlns:p14="http://schemas.microsoft.com/office/powerpoint/2010/main" val="1640179046"/>
              </p:ext>
            </p:extLst>
          </p:nvPr>
        </p:nvGraphicFramePr>
        <p:xfrm>
          <a:off x="900332" y="2916277"/>
          <a:ext cx="10515600" cy="365760"/>
        </p:xfrm>
        <a:graphic>
          <a:graphicData uri="http://schemas.openxmlformats.org/drawingml/2006/table">
            <a:tbl>
              <a:tblPr/>
              <a:tblGrid>
                <a:gridCol w="10515600">
                  <a:extLst>
                    <a:ext uri="{9D8B030D-6E8A-4147-A177-3AD203B41FA5}">
                      <a16:colId xmlns:a16="http://schemas.microsoft.com/office/drawing/2014/main" val="2476335222"/>
                    </a:ext>
                  </a:extLst>
                </a:gridCol>
              </a:tblGrid>
              <a:tr h="0">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2241246951"/>
                  </a:ext>
                </a:extLst>
              </a:tr>
            </a:tbl>
          </a:graphicData>
        </a:graphic>
      </p:graphicFrame>
      <p:graphicFrame>
        <p:nvGraphicFramePr>
          <p:cNvPr id="13" name="Table 12">
            <a:extLst>
              <a:ext uri="{FF2B5EF4-FFF2-40B4-BE49-F238E27FC236}">
                <a16:creationId xmlns:a16="http://schemas.microsoft.com/office/drawing/2014/main" id="{F69173DC-9F4B-2CCD-F3DC-600B0747F5F0}"/>
              </a:ext>
            </a:extLst>
          </p:cNvPr>
          <p:cNvGraphicFramePr>
            <a:graphicFrameLocks noGrp="1"/>
          </p:cNvGraphicFramePr>
          <p:nvPr>
            <p:extLst>
              <p:ext uri="{D42A27DB-BD31-4B8C-83A1-F6EECF244321}">
                <p14:modId xmlns:p14="http://schemas.microsoft.com/office/powerpoint/2010/main" val="56352516"/>
              </p:ext>
            </p:extLst>
          </p:nvPr>
        </p:nvGraphicFramePr>
        <p:xfrm>
          <a:off x="721032" y="900334"/>
          <a:ext cx="10515600" cy="7772400"/>
        </p:xfrm>
        <a:graphic>
          <a:graphicData uri="http://schemas.openxmlformats.org/drawingml/2006/table">
            <a:tbl>
              <a:tblPr/>
              <a:tblGrid>
                <a:gridCol w="10515600">
                  <a:extLst>
                    <a:ext uri="{9D8B030D-6E8A-4147-A177-3AD203B41FA5}">
                      <a16:colId xmlns:a16="http://schemas.microsoft.com/office/drawing/2014/main" val="812789827"/>
                    </a:ext>
                  </a:extLst>
                </a:gridCol>
              </a:tblGrid>
              <a:tr h="4680770">
                <a:tc>
                  <a:txBody>
                    <a:bodyPr/>
                    <a:lstStyle/>
                    <a:p>
                      <a:pPr>
                        <a:buNone/>
                      </a:pPr>
                      <a:r>
                        <a:rPr lang="en-US" dirty="0"/>
                        <a:t>1. </a:t>
                      </a:r>
                      <a:r>
                        <a:rPr lang="en-IN" dirty="0"/>
                        <a:t>ESP32 </a:t>
                      </a:r>
                      <a:r>
                        <a:rPr lang="en-IN" dirty="0" err="1"/>
                        <a:t>DevKit</a:t>
                      </a:r>
                      <a:r>
                        <a:rPr lang="en-US" dirty="0"/>
                        <a:t> – A microcontroller board based on ATmega328P, used to control sensors and modules in electronic projects.</a:t>
                      </a:r>
                    </a:p>
                    <a:p>
                      <a:pPr>
                        <a:buNone/>
                      </a:pPr>
                      <a:endParaRPr lang="en-US" dirty="0"/>
                    </a:p>
                    <a:p>
                      <a:pPr>
                        <a:buNone/>
                      </a:pPr>
                      <a:r>
                        <a:rPr lang="en-US" dirty="0"/>
                        <a:t>2. </a:t>
                      </a:r>
                      <a:r>
                        <a:rPr lang="en-IN" dirty="0"/>
                        <a:t>DHT11 Temperature &amp; Humidity Sensor </a:t>
                      </a:r>
                      <a:r>
                        <a:rPr lang="en-US" dirty="0"/>
                        <a:t> – A precision analog temperature </a:t>
                      </a:r>
                      <a:r>
                        <a:rPr lang="en-IN" dirty="0"/>
                        <a:t>&amp; humidity </a:t>
                      </a:r>
                      <a:r>
                        <a:rPr lang="en-US" dirty="0"/>
                        <a:t>sensor that measures temperature in °C, used for environmental monitoring.</a:t>
                      </a:r>
                    </a:p>
                    <a:p>
                      <a:pPr>
                        <a:buNone/>
                      </a:pPr>
                      <a:endParaRPr lang="en-US" dirty="0"/>
                    </a:p>
                    <a:p>
                      <a:pPr>
                        <a:buNone/>
                      </a:pPr>
                      <a:r>
                        <a:rPr lang="en-US" dirty="0"/>
                        <a:t>3. </a:t>
                      </a:r>
                      <a:r>
                        <a:rPr lang="en-IN" dirty="0"/>
                        <a:t>MAX30100 Pulse Oximeter Sensor </a:t>
                      </a:r>
                      <a:r>
                        <a:rPr lang="en-US" dirty="0"/>
                        <a:t> – An optical heart rate sensor that detects pulse signals, used in health and fitness monitoring systems.</a:t>
                      </a:r>
                    </a:p>
                    <a:p>
                      <a:pPr>
                        <a:buNone/>
                      </a:pPr>
                      <a:endParaRPr lang="en-US" dirty="0"/>
                    </a:p>
                    <a:p>
                      <a:pPr>
                        <a:buNone/>
                      </a:pPr>
                      <a:r>
                        <a:rPr lang="en-US" dirty="0"/>
                        <a:t>4. 16x2 LCD I2C – A character display with I2C interface that shows data using only two wires, used for displaying sensor readings.</a:t>
                      </a:r>
                    </a:p>
                    <a:p>
                      <a:pPr>
                        <a:buNone/>
                      </a:pPr>
                      <a:endParaRPr lang="en-US" dirty="0"/>
                    </a:p>
                    <a:p>
                      <a:pPr>
                        <a:buNone/>
                      </a:pPr>
                      <a:r>
                        <a:rPr lang="en-US" dirty="0"/>
                        <a:t>5. SIM800L – A GSM/GPRS module used for sending SMS, calls, and internet data, commonly used in IoT communication projects.</a:t>
                      </a:r>
                    </a:p>
                    <a:p>
                      <a:pPr>
                        <a:buNone/>
                      </a:pPr>
                      <a:endParaRPr lang="en-US" dirty="0"/>
                    </a:p>
                    <a:p>
                      <a:pPr>
                        <a:buNone/>
                      </a:pPr>
                      <a:r>
                        <a:rPr lang="en-US" dirty="0"/>
                        <a:t>6. GPS Module (NEO-6M) – A satellite navigation module that provides latitude, longitude, and time data, used for location tracking.</a:t>
                      </a:r>
                    </a:p>
                    <a:p>
                      <a:endParaRPr lang="en-US" dirty="0"/>
                    </a:p>
                    <a:p>
                      <a:r>
                        <a:rPr lang="en-US" dirty="0"/>
                        <a:t>7. 12V Adapter – A power supply adapter that provides a stable 12V DC output, used to power modules and circuits.</a:t>
                      </a:r>
                    </a:p>
                    <a:p>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3153632450"/>
                  </a:ext>
                </a:extLst>
              </a:tr>
            </a:tbl>
          </a:graphicData>
        </a:graphic>
      </p:graphicFrame>
      <p:graphicFrame>
        <p:nvGraphicFramePr>
          <p:cNvPr id="14" name="Table 13">
            <a:extLst>
              <a:ext uri="{FF2B5EF4-FFF2-40B4-BE49-F238E27FC236}">
                <a16:creationId xmlns:a16="http://schemas.microsoft.com/office/drawing/2014/main" id="{5D20FFCF-0CC0-AF1F-FE66-40C80163D8A2}"/>
              </a:ext>
            </a:extLst>
          </p:cNvPr>
          <p:cNvGraphicFramePr>
            <a:graphicFrameLocks noGrp="1"/>
          </p:cNvGraphicFramePr>
          <p:nvPr>
            <p:extLst>
              <p:ext uri="{D42A27DB-BD31-4B8C-83A1-F6EECF244321}">
                <p14:modId xmlns:p14="http://schemas.microsoft.com/office/powerpoint/2010/main" val="1163225144"/>
              </p:ext>
            </p:extLst>
          </p:nvPr>
        </p:nvGraphicFramePr>
        <p:xfrm>
          <a:off x="1254265" y="3818414"/>
          <a:ext cx="10099535" cy="365760"/>
        </p:xfrm>
        <a:graphic>
          <a:graphicData uri="http://schemas.openxmlformats.org/drawingml/2006/table">
            <a:tbl>
              <a:tblPr/>
              <a:tblGrid>
                <a:gridCol w="10099535">
                  <a:extLst>
                    <a:ext uri="{9D8B030D-6E8A-4147-A177-3AD203B41FA5}">
                      <a16:colId xmlns:a16="http://schemas.microsoft.com/office/drawing/2014/main" val="3008832195"/>
                    </a:ext>
                  </a:extLst>
                </a:gridCol>
              </a:tblGrid>
              <a:tr h="0">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2937894256"/>
                  </a:ext>
                </a:extLst>
              </a:tr>
            </a:tbl>
          </a:graphicData>
        </a:graphic>
      </p:graphicFrame>
      <p:graphicFrame>
        <p:nvGraphicFramePr>
          <p:cNvPr id="15" name="Table 14">
            <a:extLst>
              <a:ext uri="{FF2B5EF4-FFF2-40B4-BE49-F238E27FC236}">
                <a16:creationId xmlns:a16="http://schemas.microsoft.com/office/drawing/2014/main" id="{E1E2733D-5749-58A6-8784-3A9B1199B6BE}"/>
              </a:ext>
            </a:extLst>
          </p:cNvPr>
          <p:cNvGraphicFramePr>
            <a:graphicFrameLocks noGrp="1"/>
          </p:cNvGraphicFramePr>
          <p:nvPr>
            <p:extLst>
              <p:ext uri="{D42A27DB-BD31-4B8C-83A1-F6EECF244321}">
                <p14:modId xmlns:p14="http://schemas.microsoft.com/office/powerpoint/2010/main" val="707205545"/>
              </p:ext>
            </p:extLst>
          </p:nvPr>
        </p:nvGraphicFramePr>
        <p:xfrm>
          <a:off x="838200" y="-111684"/>
          <a:ext cx="10515600" cy="731520"/>
        </p:xfrm>
        <a:graphic>
          <a:graphicData uri="http://schemas.openxmlformats.org/drawingml/2006/table">
            <a:tbl>
              <a:tblPr/>
              <a:tblGrid>
                <a:gridCol w="10515600">
                  <a:extLst>
                    <a:ext uri="{9D8B030D-6E8A-4147-A177-3AD203B41FA5}">
                      <a16:colId xmlns:a16="http://schemas.microsoft.com/office/drawing/2014/main" val="779281536"/>
                    </a:ext>
                  </a:extLst>
                </a:gridCol>
              </a:tblGrid>
              <a:tr h="0">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3778881671"/>
                  </a:ext>
                </a:extLst>
              </a:tr>
              <a:tr h="247426">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1293541025"/>
                  </a:ext>
                </a:extLst>
              </a:tr>
            </a:tbl>
          </a:graphicData>
        </a:graphic>
      </p:graphicFrame>
    </p:spTree>
    <p:extLst>
      <p:ext uri="{BB962C8B-B14F-4D97-AF65-F5344CB8AC3E}">
        <p14:creationId xmlns:p14="http://schemas.microsoft.com/office/powerpoint/2010/main" val="76400924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C9929-A143-3F48-7A65-28C8477367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8C9508-828B-3CAB-3D4E-A8E4AE95EFBC}"/>
              </a:ext>
            </a:extLst>
          </p:cNvPr>
          <p:cNvSpPr>
            <a:spLocks noGrp="1"/>
          </p:cNvSpPr>
          <p:nvPr>
            <p:ph type="title"/>
          </p:nvPr>
        </p:nvSpPr>
        <p:spPr>
          <a:xfrm>
            <a:off x="776068" y="28137"/>
            <a:ext cx="10515600" cy="970672"/>
          </a:xfrm>
        </p:spPr>
        <p:txBody>
          <a:bodyPr>
            <a:normAutofit/>
          </a:bodyPr>
          <a:lstStyle/>
          <a:p>
            <a:pPr algn="ctr"/>
            <a:r>
              <a:rPr lang="en-IN" sz="3600" b="1" dirty="0"/>
              <a:t>   </a:t>
            </a:r>
          </a:p>
        </p:txBody>
      </p:sp>
      <p:sp>
        <p:nvSpPr>
          <p:cNvPr id="3" name="Content Placeholder 2">
            <a:extLst>
              <a:ext uri="{FF2B5EF4-FFF2-40B4-BE49-F238E27FC236}">
                <a16:creationId xmlns:a16="http://schemas.microsoft.com/office/drawing/2014/main" id="{675FFD78-4F03-174C-6D2C-4E3DE6DDCFEF}"/>
              </a:ext>
            </a:extLst>
          </p:cNvPr>
          <p:cNvSpPr>
            <a:spLocks noGrp="1"/>
          </p:cNvSpPr>
          <p:nvPr>
            <p:ph idx="1"/>
          </p:nvPr>
        </p:nvSpPr>
        <p:spPr>
          <a:xfrm>
            <a:off x="838200" y="801859"/>
            <a:ext cx="10515600" cy="5852160"/>
          </a:xfrm>
        </p:spPr>
        <p:txBody>
          <a:bodyPr/>
          <a:lstStyle/>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r>
              <a:rPr lang="en-IN" sz="2400" dirty="0">
                <a:solidFill>
                  <a:schemeClr val="bg2">
                    <a:lumMod val="75000"/>
                  </a:schemeClr>
                </a:solidFill>
              </a:rPr>
              <a:t>                                                     </a:t>
            </a:r>
            <a:endParaRPr lang="en-IN" sz="24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7C938E1C-9E2F-B6B2-53B4-999C720D0D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66164" cy="1092460"/>
          </a:xfrm>
          <a:prstGeom prst="rect">
            <a:avLst/>
          </a:prstGeom>
        </p:spPr>
      </p:pic>
      <p:sp>
        <p:nvSpPr>
          <p:cNvPr id="11" name="Slide Number Placeholder 4">
            <a:extLst>
              <a:ext uri="{FF2B5EF4-FFF2-40B4-BE49-F238E27FC236}">
                <a16:creationId xmlns:a16="http://schemas.microsoft.com/office/drawing/2014/main" id="{7FE4B520-060F-A43D-29BB-8E7E8A6BE5A2}"/>
              </a:ext>
            </a:extLst>
          </p:cNvPr>
          <p:cNvSpPr>
            <a:spLocks noGrp="1"/>
          </p:cNvSpPr>
          <p:nvPr>
            <p:ph type="sldNum" sz="quarter" idx="12"/>
          </p:nvPr>
        </p:nvSpPr>
        <p:spPr>
          <a:xfrm>
            <a:off x="11470968" y="6509940"/>
            <a:ext cx="721032" cy="365125"/>
          </a:xfrm>
        </p:spPr>
        <p:txBody>
          <a:bodyPr/>
          <a:lstStyle/>
          <a:p>
            <a:fld id="{3FCAF691-C30B-4477-A4FB-AFF7F164B000}" type="slidenum">
              <a:rPr lang="en-IN" sz="1600" b="1">
                <a:solidFill>
                  <a:schemeClr val="tx1"/>
                </a:solidFill>
              </a:rPr>
              <a:pPr/>
              <a:t>6</a:t>
            </a:fld>
            <a:endParaRPr lang="en-IN" sz="1600" b="1" dirty="0">
              <a:solidFill>
                <a:schemeClr val="tx1"/>
              </a:solidFill>
            </a:endParaRPr>
          </a:p>
        </p:txBody>
      </p:sp>
      <p:sp>
        <p:nvSpPr>
          <p:cNvPr id="4" name="Rectangle 3">
            <a:extLst>
              <a:ext uri="{FF2B5EF4-FFF2-40B4-BE49-F238E27FC236}">
                <a16:creationId xmlns:a16="http://schemas.microsoft.com/office/drawing/2014/main" id="{B93E548C-F278-E018-7F24-600971684C0D}"/>
              </a:ext>
            </a:extLst>
          </p:cNvPr>
          <p:cNvSpPr/>
          <p:nvPr/>
        </p:nvSpPr>
        <p:spPr>
          <a:xfrm>
            <a:off x="23853" y="6509941"/>
            <a:ext cx="12192000" cy="33691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sp>
        <p:nvSpPr>
          <p:cNvPr id="5" name="TextBox 4">
            <a:extLst>
              <a:ext uri="{FF2B5EF4-FFF2-40B4-BE49-F238E27FC236}">
                <a16:creationId xmlns:a16="http://schemas.microsoft.com/office/drawing/2014/main" id="{BE0E4131-D099-4A32-2709-D383DF37F14C}"/>
              </a:ext>
            </a:extLst>
          </p:cNvPr>
          <p:cNvSpPr txBox="1"/>
          <p:nvPr/>
        </p:nvSpPr>
        <p:spPr>
          <a:xfrm>
            <a:off x="1213805" y="767768"/>
            <a:ext cx="10077863" cy="923330"/>
          </a:xfrm>
          <a:prstGeom prst="rect">
            <a:avLst/>
          </a:prstGeom>
          <a:noFill/>
        </p:spPr>
        <p:txBody>
          <a:bodyPr wrap="square" rtlCol="0">
            <a:spAutoFit/>
          </a:bodyPr>
          <a:lstStyle/>
          <a:p>
            <a:endParaRPr lang="en-US" dirty="0"/>
          </a:p>
          <a:p>
            <a:r>
              <a:rPr lang="en-US" dirty="0"/>
              <a:t>8. Buck Converter (LM2596) – A DC-to-DC step-down voltage converter used to regulate higher voltage into lower usable levels.</a:t>
            </a:r>
          </a:p>
        </p:txBody>
      </p:sp>
    </p:spTree>
    <p:extLst>
      <p:ext uri="{BB962C8B-B14F-4D97-AF65-F5344CB8AC3E}">
        <p14:creationId xmlns:p14="http://schemas.microsoft.com/office/powerpoint/2010/main" val="101922409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2F743-4737-971C-AED6-78BF50F441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0884FD-E0B2-DC9A-6B03-1E97E1AD14C9}"/>
              </a:ext>
            </a:extLst>
          </p:cNvPr>
          <p:cNvSpPr>
            <a:spLocks noGrp="1"/>
          </p:cNvSpPr>
          <p:nvPr>
            <p:ph type="title"/>
          </p:nvPr>
        </p:nvSpPr>
        <p:spPr>
          <a:xfrm>
            <a:off x="776068" y="28137"/>
            <a:ext cx="10515600" cy="970672"/>
          </a:xfrm>
        </p:spPr>
        <p:txBody>
          <a:bodyPr>
            <a:normAutofit/>
          </a:bodyPr>
          <a:lstStyle/>
          <a:p>
            <a:pPr algn="ctr"/>
            <a:r>
              <a:rPr lang="en-IN" sz="3600" b="1" dirty="0"/>
              <a:t>   </a:t>
            </a:r>
          </a:p>
        </p:txBody>
      </p:sp>
      <p:sp>
        <p:nvSpPr>
          <p:cNvPr id="3" name="Content Placeholder 2">
            <a:extLst>
              <a:ext uri="{FF2B5EF4-FFF2-40B4-BE49-F238E27FC236}">
                <a16:creationId xmlns:a16="http://schemas.microsoft.com/office/drawing/2014/main" id="{35DD82F1-04C4-7F72-DD5E-B4CFD43E2A70}"/>
              </a:ext>
            </a:extLst>
          </p:cNvPr>
          <p:cNvSpPr>
            <a:spLocks noGrp="1"/>
          </p:cNvSpPr>
          <p:nvPr>
            <p:ph idx="1"/>
          </p:nvPr>
        </p:nvSpPr>
        <p:spPr>
          <a:xfrm>
            <a:off x="838200" y="801859"/>
            <a:ext cx="10515600" cy="5852160"/>
          </a:xfrm>
        </p:spPr>
        <p:txBody>
          <a:bodyPr/>
          <a:lstStyle/>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r>
              <a:rPr lang="en-IN" sz="2400" dirty="0">
                <a:solidFill>
                  <a:schemeClr val="bg2">
                    <a:lumMod val="75000"/>
                  </a:schemeClr>
                </a:solidFill>
              </a:rPr>
              <a:t>                                                     </a:t>
            </a:r>
            <a:endParaRPr lang="en-IN" sz="24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41A4AC79-FA22-B676-5060-0D1F8D8159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66164" cy="1092460"/>
          </a:xfrm>
          <a:prstGeom prst="rect">
            <a:avLst/>
          </a:prstGeom>
        </p:spPr>
      </p:pic>
      <p:sp>
        <p:nvSpPr>
          <p:cNvPr id="11" name="Slide Number Placeholder 4">
            <a:extLst>
              <a:ext uri="{FF2B5EF4-FFF2-40B4-BE49-F238E27FC236}">
                <a16:creationId xmlns:a16="http://schemas.microsoft.com/office/drawing/2014/main" id="{496955D1-06F9-CE72-3BE5-B317B2B7A0F7}"/>
              </a:ext>
            </a:extLst>
          </p:cNvPr>
          <p:cNvSpPr>
            <a:spLocks noGrp="1"/>
          </p:cNvSpPr>
          <p:nvPr>
            <p:ph type="sldNum" sz="quarter" idx="12"/>
          </p:nvPr>
        </p:nvSpPr>
        <p:spPr>
          <a:xfrm>
            <a:off x="11470968" y="6509940"/>
            <a:ext cx="721032" cy="365125"/>
          </a:xfrm>
        </p:spPr>
        <p:txBody>
          <a:bodyPr/>
          <a:lstStyle/>
          <a:p>
            <a:fld id="{3FCAF691-C30B-4477-A4FB-AFF7F164B000}" type="slidenum">
              <a:rPr lang="en-IN" sz="1600" b="1">
                <a:solidFill>
                  <a:schemeClr val="tx1"/>
                </a:solidFill>
              </a:rPr>
              <a:pPr/>
              <a:t>7</a:t>
            </a:fld>
            <a:endParaRPr lang="en-IN" sz="1600" b="1" dirty="0">
              <a:solidFill>
                <a:schemeClr val="tx1"/>
              </a:solidFill>
            </a:endParaRPr>
          </a:p>
        </p:txBody>
      </p:sp>
      <p:sp>
        <p:nvSpPr>
          <p:cNvPr id="4" name="Rectangle 3">
            <a:extLst>
              <a:ext uri="{FF2B5EF4-FFF2-40B4-BE49-F238E27FC236}">
                <a16:creationId xmlns:a16="http://schemas.microsoft.com/office/drawing/2014/main" id="{231D6494-1775-241A-4818-ECE8784E545F}"/>
              </a:ext>
            </a:extLst>
          </p:cNvPr>
          <p:cNvSpPr/>
          <p:nvPr/>
        </p:nvSpPr>
        <p:spPr>
          <a:xfrm>
            <a:off x="23853" y="6509941"/>
            <a:ext cx="12192000" cy="33691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sp>
        <p:nvSpPr>
          <p:cNvPr id="5" name="TextBox 4">
            <a:extLst>
              <a:ext uri="{FF2B5EF4-FFF2-40B4-BE49-F238E27FC236}">
                <a16:creationId xmlns:a16="http://schemas.microsoft.com/office/drawing/2014/main" id="{CBC4BE00-C025-FCCC-5455-F2894D80CA05}"/>
              </a:ext>
            </a:extLst>
          </p:cNvPr>
          <p:cNvSpPr txBox="1"/>
          <p:nvPr/>
        </p:nvSpPr>
        <p:spPr>
          <a:xfrm>
            <a:off x="1299539" y="387342"/>
            <a:ext cx="8464269" cy="707886"/>
          </a:xfrm>
          <a:prstGeom prst="rect">
            <a:avLst/>
          </a:prstGeom>
          <a:noFill/>
        </p:spPr>
        <p:txBody>
          <a:bodyPr wrap="square" rtlCol="0">
            <a:spAutoFit/>
          </a:bodyPr>
          <a:lstStyle/>
          <a:p>
            <a:pPr algn="ctr"/>
            <a:r>
              <a:rPr lang="en-US" sz="4000" b="1" u="sng" dirty="0"/>
              <a:t>Literature Review</a:t>
            </a:r>
            <a:endParaRPr lang="en-US" sz="4000" dirty="0"/>
          </a:p>
        </p:txBody>
      </p:sp>
      <p:pic>
        <p:nvPicPr>
          <p:cNvPr id="68" name="Picture 67" descr="A screenshot of a computer">
            <a:extLst>
              <a:ext uri="{FF2B5EF4-FFF2-40B4-BE49-F238E27FC236}">
                <a16:creationId xmlns:a16="http://schemas.microsoft.com/office/drawing/2014/main" id="{4D531718-4A9B-A380-8264-7ADBFB76AE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6165" y="990567"/>
            <a:ext cx="9702527" cy="5312116"/>
          </a:xfrm>
          <a:prstGeom prst="rect">
            <a:avLst/>
          </a:prstGeom>
        </p:spPr>
      </p:pic>
    </p:spTree>
    <p:extLst>
      <p:ext uri="{BB962C8B-B14F-4D97-AF65-F5344CB8AC3E}">
        <p14:creationId xmlns:p14="http://schemas.microsoft.com/office/powerpoint/2010/main" val="377462943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0D832-0514-A9C4-DE84-70FFC10C9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9FA292-2840-7B59-F97E-5B8505CC13AB}"/>
              </a:ext>
            </a:extLst>
          </p:cNvPr>
          <p:cNvSpPr>
            <a:spLocks noGrp="1"/>
          </p:cNvSpPr>
          <p:nvPr>
            <p:ph type="title"/>
          </p:nvPr>
        </p:nvSpPr>
        <p:spPr>
          <a:xfrm>
            <a:off x="776068" y="28137"/>
            <a:ext cx="10515600" cy="970672"/>
          </a:xfrm>
        </p:spPr>
        <p:txBody>
          <a:bodyPr>
            <a:normAutofit/>
          </a:bodyPr>
          <a:lstStyle/>
          <a:p>
            <a:pPr algn="ctr"/>
            <a:r>
              <a:rPr lang="en-IN" sz="3600" b="1" dirty="0"/>
              <a:t>   </a:t>
            </a:r>
          </a:p>
        </p:txBody>
      </p:sp>
      <p:sp>
        <p:nvSpPr>
          <p:cNvPr id="3" name="Content Placeholder 2">
            <a:extLst>
              <a:ext uri="{FF2B5EF4-FFF2-40B4-BE49-F238E27FC236}">
                <a16:creationId xmlns:a16="http://schemas.microsoft.com/office/drawing/2014/main" id="{F3DC7522-E648-F022-9A78-36BA81E6D377}"/>
              </a:ext>
            </a:extLst>
          </p:cNvPr>
          <p:cNvSpPr>
            <a:spLocks noGrp="1"/>
          </p:cNvSpPr>
          <p:nvPr>
            <p:ph idx="1"/>
          </p:nvPr>
        </p:nvSpPr>
        <p:spPr>
          <a:xfrm>
            <a:off x="838200" y="801859"/>
            <a:ext cx="10515600" cy="5852160"/>
          </a:xfrm>
        </p:spPr>
        <p:txBody>
          <a:bodyPr/>
          <a:lstStyle/>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r>
              <a:rPr lang="en-IN" sz="2400" dirty="0">
                <a:solidFill>
                  <a:schemeClr val="bg2">
                    <a:lumMod val="75000"/>
                  </a:schemeClr>
                </a:solidFill>
              </a:rPr>
              <a:t>                                                     </a:t>
            </a:r>
            <a:endParaRPr lang="en-IN" sz="24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D8770513-3DBE-8372-BC28-FFDB7AAA38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66164" cy="1092460"/>
          </a:xfrm>
          <a:prstGeom prst="rect">
            <a:avLst/>
          </a:prstGeom>
        </p:spPr>
      </p:pic>
      <p:sp>
        <p:nvSpPr>
          <p:cNvPr id="11" name="Slide Number Placeholder 4">
            <a:extLst>
              <a:ext uri="{FF2B5EF4-FFF2-40B4-BE49-F238E27FC236}">
                <a16:creationId xmlns:a16="http://schemas.microsoft.com/office/drawing/2014/main" id="{6A740C93-7977-41C5-D162-DE6641339C70}"/>
              </a:ext>
            </a:extLst>
          </p:cNvPr>
          <p:cNvSpPr>
            <a:spLocks noGrp="1"/>
          </p:cNvSpPr>
          <p:nvPr>
            <p:ph type="sldNum" sz="quarter" idx="12"/>
          </p:nvPr>
        </p:nvSpPr>
        <p:spPr>
          <a:xfrm>
            <a:off x="11470968" y="6509940"/>
            <a:ext cx="721032" cy="365125"/>
          </a:xfrm>
        </p:spPr>
        <p:txBody>
          <a:bodyPr/>
          <a:lstStyle/>
          <a:p>
            <a:fld id="{3FCAF691-C30B-4477-A4FB-AFF7F164B000}" type="slidenum">
              <a:rPr lang="en-IN" sz="1600" b="1">
                <a:solidFill>
                  <a:schemeClr val="tx1"/>
                </a:solidFill>
              </a:rPr>
              <a:pPr/>
              <a:t>8</a:t>
            </a:fld>
            <a:endParaRPr lang="en-IN" sz="1600" b="1" dirty="0">
              <a:solidFill>
                <a:schemeClr val="tx1"/>
              </a:solidFill>
            </a:endParaRPr>
          </a:p>
        </p:txBody>
      </p:sp>
      <p:sp>
        <p:nvSpPr>
          <p:cNvPr id="4" name="Rectangle 3">
            <a:extLst>
              <a:ext uri="{FF2B5EF4-FFF2-40B4-BE49-F238E27FC236}">
                <a16:creationId xmlns:a16="http://schemas.microsoft.com/office/drawing/2014/main" id="{9E420D3D-7178-FFD9-99A6-5DE33B81109E}"/>
              </a:ext>
            </a:extLst>
          </p:cNvPr>
          <p:cNvSpPr/>
          <p:nvPr/>
        </p:nvSpPr>
        <p:spPr>
          <a:xfrm>
            <a:off x="23853" y="6509941"/>
            <a:ext cx="12192000" cy="33691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sp>
        <p:nvSpPr>
          <p:cNvPr id="7" name="Rectangle 1">
            <a:extLst>
              <a:ext uri="{FF2B5EF4-FFF2-40B4-BE49-F238E27FC236}">
                <a16:creationId xmlns:a16="http://schemas.microsoft.com/office/drawing/2014/main" id="{1F19C54E-6FA3-EAA1-DC5A-4419F6EF44B1}"/>
              </a:ext>
            </a:extLst>
          </p:cNvPr>
          <p:cNvSpPr>
            <a:spLocks noChangeArrowheads="1"/>
          </p:cNvSpPr>
          <p:nvPr/>
        </p:nvSpPr>
        <p:spPr bwMode="auto">
          <a:xfrm>
            <a:off x="4743450" y="18256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8" name="Picture 7" descr="A screenshot of a computer">
            <a:extLst>
              <a:ext uri="{FF2B5EF4-FFF2-40B4-BE49-F238E27FC236}">
                <a16:creationId xmlns:a16="http://schemas.microsoft.com/office/drawing/2014/main" id="{63B8EA43-DA3D-8FFB-B5F4-661CFFF9EF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9794" y="801858"/>
            <a:ext cx="10649349" cy="5690841"/>
          </a:xfrm>
          <a:prstGeom prst="rect">
            <a:avLst/>
          </a:prstGeom>
        </p:spPr>
      </p:pic>
    </p:spTree>
    <p:extLst>
      <p:ext uri="{BB962C8B-B14F-4D97-AF65-F5344CB8AC3E}">
        <p14:creationId xmlns:p14="http://schemas.microsoft.com/office/powerpoint/2010/main" val="331581815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370D0-7227-B7FA-7561-B26ED88D35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FA10BF-3E1F-5254-28E2-12963A172ACF}"/>
              </a:ext>
            </a:extLst>
          </p:cNvPr>
          <p:cNvSpPr>
            <a:spLocks noGrp="1"/>
          </p:cNvSpPr>
          <p:nvPr>
            <p:ph type="title"/>
          </p:nvPr>
        </p:nvSpPr>
        <p:spPr>
          <a:xfrm>
            <a:off x="776068" y="28137"/>
            <a:ext cx="10515600" cy="970672"/>
          </a:xfrm>
        </p:spPr>
        <p:txBody>
          <a:bodyPr>
            <a:normAutofit/>
          </a:bodyPr>
          <a:lstStyle/>
          <a:p>
            <a:pPr algn="ctr"/>
            <a:r>
              <a:rPr lang="en-IN" sz="3600" b="1" dirty="0"/>
              <a:t>   </a:t>
            </a:r>
          </a:p>
        </p:txBody>
      </p:sp>
      <p:sp>
        <p:nvSpPr>
          <p:cNvPr id="3" name="Content Placeholder 2">
            <a:extLst>
              <a:ext uri="{FF2B5EF4-FFF2-40B4-BE49-F238E27FC236}">
                <a16:creationId xmlns:a16="http://schemas.microsoft.com/office/drawing/2014/main" id="{8708EFCE-F469-D792-22C3-DFABD75F7918}"/>
              </a:ext>
            </a:extLst>
          </p:cNvPr>
          <p:cNvSpPr>
            <a:spLocks noGrp="1"/>
          </p:cNvSpPr>
          <p:nvPr>
            <p:ph idx="1"/>
          </p:nvPr>
        </p:nvSpPr>
        <p:spPr>
          <a:xfrm>
            <a:off x="838200" y="801859"/>
            <a:ext cx="10515600" cy="5852160"/>
          </a:xfrm>
        </p:spPr>
        <p:txBody>
          <a:bodyPr/>
          <a:lstStyle/>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r>
              <a:rPr lang="en-IN" sz="2400" dirty="0">
                <a:solidFill>
                  <a:schemeClr val="bg2">
                    <a:lumMod val="75000"/>
                  </a:schemeClr>
                </a:solidFill>
              </a:rPr>
              <a:t>                                                     </a:t>
            </a:r>
            <a:endParaRPr lang="en-IN" sz="24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5DEBC3EF-B99D-526E-3837-D9A7771389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66164" cy="1092460"/>
          </a:xfrm>
          <a:prstGeom prst="rect">
            <a:avLst/>
          </a:prstGeom>
        </p:spPr>
      </p:pic>
      <p:sp>
        <p:nvSpPr>
          <p:cNvPr id="4" name="Rectangle 3">
            <a:extLst>
              <a:ext uri="{FF2B5EF4-FFF2-40B4-BE49-F238E27FC236}">
                <a16:creationId xmlns:a16="http://schemas.microsoft.com/office/drawing/2014/main" id="{2F02BA7F-1462-D3F5-6664-EC1B98F71A28}"/>
              </a:ext>
            </a:extLst>
          </p:cNvPr>
          <p:cNvSpPr/>
          <p:nvPr/>
        </p:nvSpPr>
        <p:spPr>
          <a:xfrm>
            <a:off x="23853" y="6509941"/>
            <a:ext cx="12192000" cy="33691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sp>
        <p:nvSpPr>
          <p:cNvPr id="7" name="Rectangle 1">
            <a:extLst>
              <a:ext uri="{FF2B5EF4-FFF2-40B4-BE49-F238E27FC236}">
                <a16:creationId xmlns:a16="http://schemas.microsoft.com/office/drawing/2014/main" id="{E7894BCC-6205-CA69-85C7-8E783A0AFDE8}"/>
              </a:ext>
            </a:extLst>
          </p:cNvPr>
          <p:cNvSpPr>
            <a:spLocks noChangeArrowheads="1"/>
          </p:cNvSpPr>
          <p:nvPr/>
        </p:nvSpPr>
        <p:spPr bwMode="auto">
          <a:xfrm>
            <a:off x="-8834370" y="1460315"/>
            <a:ext cx="38966636" cy="528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8" name="Picture 7" descr="A screenshot of a computer&#10;&#10;AI-generated content may be incorrect.">
            <a:extLst>
              <a:ext uri="{FF2B5EF4-FFF2-40B4-BE49-F238E27FC236}">
                <a16:creationId xmlns:a16="http://schemas.microsoft.com/office/drawing/2014/main" id="{6B4317C2-0475-B726-EA86-7D31C55057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0332" y="609021"/>
            <a:ext cx="11061153" cy="5852630"/>
          </a:xfrm>
          <a:prstGeom prst="rect">
            <a:avLst/>
          </a:prstGeom>
        </p:spPr>
      </p:pic>
    </p:spTree>
    <p:extLst>
      <p:ext uri="{BB962C8B-B14F-4D97-AF65-F5344CB8AC3E}">
        <p14:creationId xmlns:p14="http://schemas.microsoft.com/office/powerpoint/2010/main" val="224339844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356EC-FDFB-14C5-4AEE-F5D76F21C4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754AA4-80CA-2A22-53CD-756E51B5A30E}"/>
              </a:ext>
            </a:extLst>
          </p:cNvPr>
          <p:cNvSpPr>
            <a:spLocks noGrp="1"/>
          </p:cNvSpPr>
          <p:nvPr>
            <p:ph type="title"/>
          </p:nvPr>
        </p:nvSpPr>
        <p:spPr>
          <a:xfrm>
            <a:off x="5615105" y="3242603"/>
            <a:ext cx="10515600" cy="970672"/>
          </a:xfrm>
        </p:spPr>
        <p:txBody>
          <a:bodyPr>
            <a:normAutofit/>
          </a:bodyPr>
          <a:lstStyle/>
          <a:p>
            <a:pPr algn="ctr"/>
            <a:r>
              <a:rPr lang="en-IN" sz="3600" b="1" dirty="0"/>
              <a:t>   </a:t>
            </a:r>
          </a:p>
        </p:txBody>
      </p:sp>
      <p:sp>
        <p:nvSpPr>
          <p:cNvPr id="3" name="Content Placeholder 2">
            <a:extLst>
              <a:ext uri="{FF2B5EF4-FFF2-40B4-BE49-F238E27FC236}">
                <a16:creationId xmlns:a16="http://schemas.microsoft.com/office/drawing/2014/main" id="{420AED6F-FAD3-69CF-1ABE-AF764720D960}"/>
              </a:ext>
            </a:extLst>
          </p:cNvPr>
          <p:cNvSpPr>
            <a:spLocks noGrp="1"/>
          </p:cNvSpPr>
          <p:nvPr>
            <p:ph idx="1"/>
          </p:nvPr>
        </p:nvSpPr>
        <p:spPr>
          <a:xfrm>
            <a:off x="838200" y="801859"/>
            <a:ext cx="10515600" cy="5852160"/>
          </a:xfrm>
        </p:spPr>
        <p:txBody>
          <a:bodyPr/>
          <a:lstStyle/>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r>
              <a:rPr lang="en-IN" sz="2400" dirty="0">
                <a:solidFill>
                  <a:schemeClr val="bg2">
                    <a:lumMod val="75000"/>
                  </a:schemeClr>
                </a:solidFill>
              </a:rPr>
              <a:t>                                                     </a:t>
            </a:r>
            <a:endParaRPr lang="en-IN" sz="24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78F904C4-9107-D7D9-3629-79D168F62A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66164" cy="1092460"/>
          </a:xfrm>
          <a:prstGeom prst="rect">
            <a:avLst/>
          </a:prstGeom>
        </p:spPr>
      </p:pic>
      <p:sp>
        <p:nvSpPr>
          <p:cNvPr id="11" name="Slide Number Placeholder 4">
            <a:extLst>
              <a:ext uri="{FF2B5EF4-FFF2-40B4-BE49-F238E27FC236}">
                <a16:creationId xmlns:a16="http://schemas.microsoft.com/office/drawing/2014/main" id="{E2AD7F35-2E86-2250-F5C9-D5C7E1806B5A}"/>
              </a:ext>
            </a:extLst>
          </p:cNvPr>
          <p:cNvSpPr>
            <a:spLocks noGrp="1"/>
          </p:cNvSpPr>
          <p:nvPr>
            <p:ph type="sldNum" sz="quarter" idx="12"/>
          </p:nvPr>
        </p:nvSpPr>
        <p:spPr>
          <a:xfrm>
            <a:off x="11470968" y="6509940"/>
            <a:ext cx="721032" cy="365125"/>
          </a:xfrm>
        </p:spPr>
        <p:txBody>
          <a:bodyPr/>
          <a:lstStyle/>
          <a:p>
            <a:fld id="{3FCAF691-C30B-4477-A4FB-AFF7F164B000}" type="slidenum">
              <a:rPr lang="en-IN" sz="1600" b="1">
                <a:solidFill>
                  <a:schemeClr val="tx1"/>
                </a:solidFill>
              </a:rPr>
              <a:pPr/>
              <a:t>10</a:t>
            </a:fld>
            <a:endParaRPr lang="en-IN" sz="1600" b="1" dirty="0">
              <a:solidFill>
                <a:schemeClr val="tx1"/>
              </a:solidFill>
            </a:endParaRPr>
          </a:p>
        </p:txBody>
      </p:sp>
      <p:sp>
        <p:nvSpPr>
          <p:cNvPr id="4" name="Rectangle 3">
            <a:extLst>
              <a:ext uri="{FF2B5EF4-FFF2-40B4-BE49-F238E27FC236}">
                <a16:creationId xmlns:a16="http://schemas.microsoft.com/office/drawing/2014/main" id="{867A217E-47D1-64C3-8CFA-931E7B47EDD6}"/>
              </a:ext>
            </a:extLst>
          </p:cNvPr>
          <p:cNvSpPr/>
          <p:nvPr/>
        </p:nvSpPr>
        <p:spPr>
          <a:xfrm>
            <a:off x="23853" y="6509941"/>
            <a:ext cx="12192000" cy="33691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pic>
        <p:nvPicPr>
          <p:cNvPr id="10" name="Picture 9" descr="A screenshot of a computer&#10;&#10;AI-generated content may be incorrect.">
            <a:extLst>
              <a:ext uri="{FF2B5EF4-FFF2-40B4-BE49-F238E27FC236}">
                <a16:creationId xmlns:a16="http://schemas.microsoft.com/office/drawing/2014/main" id="{2C50E952-B7FA-FDB4-EBC7-FA00E64E26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5347" y="891268"/>
            <a:ext cx="11429271" cy="5295508"/>
          </a:xfrm>
          <a:prstGeom prst="rect">
            <a:avLst/>
          </a:prstGeom>
        </p:spPr>
      </p:pic>
    </p:spTree>
    <p:extLst>
      <p:ext uri="{BB962C8B-B14F-4D97-AF65-F5344CB8AC3E}">
        <p14:creationId xmlns:p14="http://schemas.microsoft.com/office/powerpoint/2010/main" val="16752068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0FF11-F1B6-4AD3-74CB-E5B5309C53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6BA1A1-FAB4-D86F-1449-096EA355C61B}"/>
              </a:ext>
            </a:extLst>
          </p:cNvPr>
          <p:cNvSpPr>
            <a:spLocks noGrp="1"/>
          </p:cNvSpPr>
          <p:nvPr>
            <p:ph type="title"/>
          </p:nvPr>
        </p:nvSpPr>
        <p:spPr>
          <a:xfrm>
            <a:off x="5615105" y="3242603"/>
            <a:ext cx="10515600" cy="970672"/>
          </a:xfrm>
        </p:spPr>
        <p:txBody>
          <a:bodyPr>
            <a:normAutofit/>
          </a:bodyPr>
          <a:lstStyle/>
          <a:p>
            <a:pPr algn="ctr"/>
            <a:r>
              <a:rPr lang="en-IN" sz="3600" b="1" dirty="0"/>
              <a:t>   </a:t>
            </a:r>
          </a:p>
        </p:txBody>
      </p:sp>
      <p:sp>
        <p:nvSpPr>
          <p:cNvPr id="3" name="Content Placeholder 2">
            <a:extLst>
              <a:ext uri="{FF2B5EF4-FFF2-40B4-BE49-F238E27FC236}">
                <a16:creationId xmlns:a16="http://schemas.microsoft.com/office/drawing/2014/main" id="{68179318-17F0-ECDA-591F-FB83EA5D2490}"/>
              </a:ext>
            </a:extLst>
          </p:cNvPr>
          <p:cNvSpPr>
            <a:spLocks noGrp="1"/>
          </p:cNvSpPr>
          <p:nvPr>
            <p:ph idx="1"/>
          </p:nvPr>
        </p:nvSpPr>
        <p:spPr>
          <a:xfrm>
            <a:off x="838200" y="801859"/>
            <a:ext cx="10515600" cy="5852160"/>
          </a:xfrm>
        </p:spPr>
        <p:txBody>
          <a:bodyPr/>
          <a:lstStyle/>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r>
              <a:rPr lang="en-IN" sz="2400" dirty="0">
                <a:solidFill>
                  <a:schemeClr val="bg2">
                    <a:lumMod val="75000"/>
                  </a:schemeClr>
                </a:solidFill>
              </a:rPr>
              <a:t>                                                     </a:t>
            </a:r>
            <a:endParaRPr lang="en-IN" sz="24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7CE87946-4919-76ED-B9AA-80B2C95BF0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66164" cy="1092460"/>
          </a:xfrm>
          <a:prstGeom prst="rect">
            <a:avLst/>
          </a:prstGeom>
        </p:spPr>
      </p:pic>
      <p:sp>
        <p:nvSpPr>
          <p:cNvPr id="11" name="Slide Number Placeholder 4">
            <a:extLst>
              <a:ext uri="{FF2B5EF4-FFF2-40B4-BE49-F238E27FC236}">
                <a16:creationId xmlns:a16="http://schemas.microsoft.com/office/drawing/2014/main" id="{BCC300D2-B6BE-684C-1EA4-05C1EF0A5E3E}"/>
              </a:ext>
            </a:extLst>
          </p:cNvPr>
          <p:cNvSpPr>
            <a:spLocks noGrp="1"/>
          </p:cNvSpPr>
          <p:nvPr>
            <p:ph type="sldNum" sz="quarter" idx="12"/>
          </p:nvPr>
        </p:nvSpPr>
        <p:spPr>
          <a:xfrm>
            <a:off x="11470968" y="6509940"/>
            <a:ext cx="721032" cy="365125"/>
          </a:xfrm>
        </p:spPr>
        <p:txBody>
          <a:bodyPr/>
          <a:lstStyle/>
          <a:p>
            <a:fld id="{3FCAF691-C30B-4477-A4FB-AFF7F164B000}" type="slidenum">
              <a:rPr lang="en-IN" sz="1600" b="1">
                <a:solidFill>
                  <a:schemeClr val="tx1"/>
                </a:solidFill>
              </a:rPr>
              <a:pPr/>
              <a:t>11</a:t>
            </a:fld>
            <a:endParaRPr lang="en-IN" sz="1600" b="1" dirty="0">
              <a:solidFill>
                <a:schemeClr val="tx1"/>
              </a:solidFill>
            </a:endParaRPr>
          </a:p>
        </p:txBody>
      </p:sp>
      <p:sp>
        <p:nvSpPr>
          <p:cNvPr id="4" name="Rectangle 3">
            <a:extLst>
              <a:ext uri="{FF2B5EF4-FFF2-40B4-BE49-F238E27FC236}">
                <a16:creationId xmlns:a16="http://schemas.microsoft.com/office/drawing/2014/main" id="{437F0365-D2E3-D4FB-8659-38F821242152}"/>
              </a:ext>
            </a:extLst>
          </p:cNvPr>
          <p:cNvSpPr/>
          <p:nvPr/>
        </p:nvSpPr>
        <p:spPr>
          <a:xfrm>
            <a:off x="23853" y="6509941"/>
            <a:ext cx="12192000" cy="33691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pic>
        <p:nvPicPr>
          <p:cNvPr id="8" name="Picture 7" descr="A screenshot of a computer&#10;&#10;AI-generated content may be incorrect.">
            <a:extLst>
              <a:ext uri="{FF2B5EF4-FFF2-40B4-BE49-F238E27FC236}">
                <a16:creationId xmlns:a16="http://schemas.microsoft.com/office/drawing/2014/main" id="{54B85984-7DDC-8033-43BE-D7B285D6A8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695879"/>
            <a:ext cx="11195850" cy="5852160"/>
          </a:xfrm>
          <a:prstGeom prst="rect">
            <a:avLst/>
          </a:prstGeom>
        </p:spPr>
      </p:pic>
    </p:spTree>
    <p:extLst>
      <p:ext uri="{BB962C8B-B14F-4D97-AF65-F5344CB8AC3E}">
        <p14:creationId xmlns:p14="http://schemas.microsoft.com/office/powerpoint/2010/main" val="297524308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4CBA8-1AEA-ACA7-2310-D41853CF3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2EDF50-E8CD-C316-FC51-9F9AFA01B116}"/>
              </a:ext>
            </a:extLst>
          </p:cNvPr>
          <p:cNvSpPr>
            <a:spLocks noGrp="1"/>
          </p:cNvSpPr>
          <p:nvPr>
            <p:ph type="title"/>
          </p:nvPr>
        </p:nvSpPr>
        <p:spPr>
          <a:xfrm>
            <a:off x="5615105" y="3242603"/>
            <a:ext cx="10515600" cy="970672"/>
          </a:xfrm>
        </p:spPr>
        <p:txBody>
          <a:bodyPr>
            <a:normAutofit/>
          </a:bodyPr>
          <a:lstStyle/>
          <a:p>
            <a:pPr algn="ctr"/>
            <a:r>
              <a:rPr lang="en-IN" sz="3600" b="1" dirty="0"/>
              <a:t>   </a:t>
            </a:r>
          </a:p>
        </p:txBody>
      </p:sp>
      <p:sp>
        <p:nvSpPr>
          <p:cNvPr id="3" name="Content Placeholder 2">
            <a:extLst>
              <a:ext uri="{FF2B5EF4-FFF2-40B4-BE49-F238E27FC236}">
                <a16:creationId xmlns:a16="http://schemas.microsoft.com/office/drawing/2014/main" id="{2FA035DD-38BB-A434-62E0-7D28A90FEC9C}"/>
              </a:ext>
            </a:extLst>
          </p:cNvPr>
          <p:cNvSpPr>
            <a:spLocks noGrp="1"/>
          </p:cNvSpPr>
          <p:nvPr>
            <p:ph idx="1"/>
          </p:nvPr>
        </p:nvSpPr>
        <p:spPr>
          <a:xfrm>
            <a:off x="838200" y="801859"/>
            <a:ext cx="10515600" cy="5852160"/>
          </a:xfrm>
        </p:spPr>
        <p:txBody>
          <a:bodyPr/>
          <a:lstStyle/>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r>
              <a:rPr lang="en-IN" sz="2400" dirty="0">
                <a:solidFill>
                  <a:schemeClr val="bg2">
                    <a:lumMod val="75000"/>
                  </a:schemeClr>
                </a:solidFill>
              </a:rPr>
              <a:t>                                                     </a:t>
            </a:r>
            <a:endParaRPr lang="en-IN" sz="24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E6F04DB5-7692-C5A7-B6C2-573D21703F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66164" cy="1092460"/>
          </a:xfrm>
          <a:prstGeom prst="rect">
            <a:avLst/>
          </a:prstGeom>
        </p:spPr>
      </p:pic>
      <p:sp>
        <p:nvSpPr>
          <p:cNvPr id="11" name="Slide Number Placeholder 4">
            <a:extLst>
              <a:ext uri="{FF2B5EF4-FFF2-40B4-BE49-F238E27FC236}">
                <a16:creationId xmlns:a16="http://schemas.microsoft.com/office/drawing/2014/main" id="{7174818E-579F-0A6B-FE23-C2AFB5A2375E}"/>
              </a:ext>
            </a:extLst>
          </p:cNvPr>
          <p:cNvSpPr>
            <a:spLocks noGrp="1"/>
          </p:cNvSpPr>
          <p:nvPr>
            <p:ph type="sldNum" sz="quarter" idx="12"/>
          </p:nvPr>
        </p:nvSpPr>
        <p:spPr>
          <a:xfrm>
            <a:off x="11470968" y="6509940"/>
            <a:ext cx="721032" cy="365125"/>
          </a:xfrm>
        </p:spPr>
        <p:txBody>
          <a:bodyPr/>
          <a:lstStyle/>
          <a:p>
            <a:fld id="{3FCAF691-C30B-4477-A4FB-AFF7F164B000}" type="slidenum">
              <a:rPr lang="en-IN" sz="1600" b="1">
                <a:solidFill>
                  <a:schemeClr val="tx1"/>
                </a:solidFill>
              </a:rPr>
              <a:pPr/>
              <a:t>12</a:t>
            </a:fld>
            <a:endParaRPr lang="en-IN" sz="1600" b="1" dirty="0">
              <a:solidFill>
                <a:schemeClr val="tx1"/>
              </a:solidFill>
            </a:endParaRPr>
          </a:p>
        </p:txBody>
      </p:sp>
      <p:sp>
        <p:nvSpPr>
          <p:cNvPr id="4" name="Rectangle 3">
            <a:extLst>
              <a:ext uri="{FF2B5EF4-FFF2-40B4-BE49-F238E27FC236}">
                <a16:creationId xmlns:a16="http://schemas.microsoft.com/office/drawing/2014/main" id="{E0EF7A53-9333-08F3-E09D-7BDD4EEFA2EF}"/>
              </a:ext>
            </a:extLst>
          </p:cNvPr>
          <p:cNvSpPr/>
          <p:nvPr/>
        </p:nvSpPr>
        <p:spPr>
          <a:xfrm>
            <a:off x="23853" y="6509941"/>
            <a:ext cx="12192000" cy="33691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pic>
        <p:nvPicPr>
          <p:cNvPr id="6" name="Picture 5" descr="A screenshot of a computer&#10;&#10;AI-generated content may be incorrect.">
            <a:extLst>
              <a:ext uri="{FF2B5EF4-FFF2-40B4-BE49-F238E27FC236}">
                <a16:creationId xmlns:a16="http://schemas.microsoft.com/office/drawing/2014/main" id="{CDA95885-1747-89AC-CE3C-641B754589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705161"/>
            <a:ext cx="11225835" cy="5611941"/>
          </a:xfrm>
          <a:prstGeom prst="rect">
            <a:avLst/>
          </a:prstGeom>
        </p:spPr>
      </p:pic>
    </p:spTree>
    <p:extLst>
      <p:ext uri="{BB962C8B-B14F-4D97-AF65-F5344CB8AC3E}">
        <p14:creationId xmlns:p14="http://schemas.microsoft.com/office/powerpoint/2010/main" val="328124228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C9FD1-128D-5559-58FB-0A752F0E00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B1D8C9-029C-E7A7-384E-BA6A8DFF82F9}"/>
              </a:ext>
            </a:extLst>
          </p:cNvPr>
          <p:cNvSpPr>
            <a:spLocks noGrp="1"/>
          </p:cNvSpPr>
          <p:nvPr>
            <p:ph type="title"/>
          </p:nvPr>
        </p:nvSpPr>
        <p:spPr>
          <a:xfrm>
            <a:off x="5615105" y="3242603"/>
            <a:ext cx="10515600" cy="970672"/>
          </a:xfrm>
        </p:spPr>
        <p:txBody>
          <a:bodyPr>
            <a:normAutofit/>
          </a:bodyPr>
          <a:lstStyle/>
          <a:p>
            <a:pPr algn="ctr"/>
            <a:r>
              <a:rPr lang="en-IN" sz="3600" b="1" dirty="0"/>
              <a:t>   </a:t>
            </a:r>
          </a:p>
        </p:txBody>
      </p:sp>
      <p:sp>
        <p:nvSpPr>
          <p:cNvPr id="3" name="Content Placeholder 2">
            <a:extLst>
              <a:ext uri="{FF2B5EF4-FFF2-40B4-BE49-F238E27FC236}">
                <a16:creationId xmlns:a16="http://schemas.microsoft.com/office/drawing/2014/main" id="{E82B469B-35B5-26F1-C782-F8C0A04C052E}"/>
              </a:ext>
            </a:extLst>
          </p:cNvPr>
          <p:cNvSpPr>
            <a:spLocks noGrp="1"/>
          </p:cNvSpPr>
          <p:nvPr>
            <p:ph idx="1"/>
          </p:nvPr>
        </p:nvSpPr>
        <p:spPr>
          <a:xfrm>
            <a:off x="838200" y="801859"/>
            <a:ext cx="10515600" cy="5852160"/>
          </a:xfrm>
        </p:spPr>
        <p:txBody>
          <a:bodyPr/>
          <a:lstStyle/>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r>
              <a:rPr lang="en-IN" sz="2400" dirty="0">
                <a:solidFill>
                  <a:schemeClr val="bg2">
                    <a:lumMod val="75000"/>
                  </a:schemeClr>
                </a:solidFill>
              </a:rPr>
              <a:t>                                                     </a:t>
            </a:r>
            <a:endParaRPr lang="en-IN" sz="24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FAF610FD-411B-9E0D-C5C2-0DA38A0D1A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66164" cy="1092460"/>
          </a:xfrm>
          <a:prstGeom prst="rect">
            <a:avLst/>
          </a:prstGeom>
        </p:spPr>
      </p:pic>
      <p:sp>
        <p:nvSpPr>
          <p:cNvPr id="11" name="Slide Number Placeholder 4">
            <a:extLst>
              <a:ext uri="{FF2B5EF4-FFF2-40B4-BE49-F238E27FC236}">
                <a16:creationId xmlns:a16="http://schemas.microsoft.com/office/drawing/2014/main" id="{5AC92A25-6D18-224A-6ED7-B959BE4D8A3D}"/>
              </a:ext>
            </a:extLst>
          </p:cNvPr>
          <p:cNvSpPr>
            <a:spLocks noGrp="1"/>
          </p:cNvSpPr>
          <p:nvPr>
            <p:ph type="sldNum" sz="quarter" idx="12"/>
          </p:nvPr>
        </p:nvSpPr>
        <p:spPr>
          <a:xfrm>
            <a:off x="11470968" y="6509940"/>
            <a:ext cx="721032" cy="365125"/>
          </a:xfrm>
        </p:spPr>
        <p:txBody>
          <a:bodyPr/>
          <a:lstStyle/>
          <a:p>
            <a:fld id="{3FCAF691-C30B-4477-A4FB-AFF7F164B000}" type="slidenum">
              <a:rPr lang="en-IN" sz="1600" b="1">
                <a:solidFill>
                  <a:schemeClr val="tx1"/>
                </a:solidFill>
              </a:rPr>
              <a:pPr/>
              <a:t>13</a:t>
            </a:fld>
            <a:endParaRPr lang="en-IN" sz="1600" b="1" dirty="0">
              <a:solidFill>
                <a:schemeClr val="tx1"/>
              </a:solidFill>
            </a:endParaRPr>
          </a:p>
        </p:txBody>
      </p:sp>
      <p:sp>
        <p:nvSpPr>
          <p:cNvPr id="4" name="Rectangle 3">
            <a:extLst>
              <a:ext uri="{FF2B5EF4-FFF2-40B4-BE49-F238E27FC236}">
                <a16:creationId xmlns:a16="http://schemas.microsoft.com/office/drawing/2014/main" id="{1344D644-7F43-1EE9-B14A-9B90EEF7B27F}"/>
              </a:ext>
            </a:extLst>
          </p:cNvPr>
          <p:cNvSpPr/>
          <p:nvPr/>
        </p:nvSpPr>
        <p:spPr>
          <a:xfrm>
            <a:off x="23853" y="6509941"/>
            <a:ext cx="12192000" cy="33691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sp>
        <p:nvSpPr>
          <p:cNvPr id="5" name="TextBox 4">
            <a:extLst>
              <a:ext uri="{FF2B5EF4-FFF2-40B4-BE49-F238E27FC236}">
                <a16:creationId xmlns:a16="http://schemas.microsoft.com/office/drawing/2014/main" id="{89160A7F-BD91-962D-86C0-7D1E250BD879}"/>
              </a:ext>
            </a:extLst>
          </p:cNvPr>
          <p:cNvSpPr txBox="1"/>
          <p:nvPr/>
        </p:nvSpPr>
        <p:spPr>
          <a:xfrm>
            <a:off x="1650775" y="445062"/>
            <a:ext cx="8682754" cy="584775"/>
          </a:xfrm>
          <a:prstGeom prst="rect">
            <a:avLst/>
          </a:prstGeom>
          <a:noFill/>
        </p:spPr>
        <p:txBody>
          <a:bodyPr wrap="square" rtlCol="0">
            <a:spAutoFit/>
          </a:bodyPr>
          <a:lstStyle/>
          <a:p>
            <a:pPr algn="ctr"/>
            <a:r>
              <a:rPr lang="en-US" sz="3200" b="1" dirty="0">
                <a:latin typeface="Arial Black" panose="020B0A04020102020204" pitchFamily="34" charset="0"/>
              </a:rPr>
              <a:t>Implemented Methodology</a:t>
            </a:r>
            <a:endParaRPr lang="en-US" sz="3200" dirty="0">
              <a:latin typeface="Arial Black" panose="020B0A04020102020204" pitchFamily="34" charset="0"/>
            </a:endParaRPr>
          </a:p>
        </p:txBody>
      </p:sp>
      <p:sp>
        <p:nvSpPr>
          <p:cNvPr id="8" name="TextBox 7">
            <a:extLst>
              <a:ext uri="{FF2B5EF4-FFF2-40B4-BE49-F238E27FC236}">
                <a16:creationId xmlns:a16="http://schemas.microsoft.com/office/drawing/2014/main" id="{FA76520C-F65C-9E04-DDE3-ECFFE7C2ADC0}"/>
              </a:ext>
            </a:extLst>
          </p:cNvPr>
          <p:cNvSpPr txBox="1"/>
          <p:nvPr/>
        </p:nvSpPr>
        <p:spPr>
          <a:xfrm>
            <a:off x="1104900" y="1154627"/>
            <a:ext cx="10515600" cy="5632311"/>
          </a:xfrm>
          <a:prstGeom prst="rect">
            <a:avLst/>
          </a:prstGeom>
          <a:noFill/>
        </p:spPr>
        <p:txBody>
          <a:bodyPr wrap="square" rtlCol="0">
            <a:spAutoFit/>
          </a:bodyPr>
          <a:lstStyle/>
          <a:p>
            <a:r>
              <a:rPr lang="en-IN" b="1" dirty="0"/>
              <a:t>1. PROJECT PLANNING &amp; DESIGN</a:t>
            </a:r>
          </a:p>
          <a:p>
            <a:endParaRPr lang="en-IN" b="1" dirty="0"/>
          </a:p>
          <a:p>
            <a:r>
              <a:rPr lang="en-IN" b="1" dirty="0"/>
              <a:t>System Requirements Analysis:</a:t>
            </a:r>
            <a:endParaRPr lang="en-IN" dirty="0"/>
          </a:p>
          <a:p>
            <a:r>
              <a:rPr lang="en-IN" dirty="0"/>
              <a:t>Identified need for multi-sensor health monitoring system</a:t>
            </a:r>
          </a:p>
          <a:p>
            <a:r>
              <a:rPr lang="en-IN" dirty="0"/>
              <a:t>Determined required parameters: temperature, humidity, location, vital signs, communication</a:t>
            </a:r>
          </a:p>
          <a:p>
            <a:r>
              <a:rPr lang="en-IN" dirty="0"/>
              <a:t>Selected appropriate sensors and modules based on functionality and compatibility</a:t>
            </a:r>
          </a:p>
          <a:p>
            <a:endParaRPr lang="en-IN" b="1" dirty="0"/>
          </a:p>
          <a:p>
            <a:r>
              <a:rPr lang="en-IN" b="1" dirty="0"/>
              <a:t>Hardware Selection:</a:t>
            </a:r>
            <a:endParaRPr lang="en-IN" dirty="0"/>
          </a:p>
          <a:p>
            <a:r>
              <a:rPr lang="en-IN" b="1" dirty="0"/>
              <a:t>Microcontroller:</a:t>
            </a:r>
            <a:r>
              <a:rPr lang="en-IN" dirty="0"/>
              <a:t> Initially Arduino Uno R3, later migrated to ESP32 due to memory and power limitations</a:t>
            </a:r>
          </a:p>
          <a:p>
            <a:r>
              <a:rPr lang="en-IN" b="1" dirty="0"/>
              <a:t>Sensors:</a:t>
            </a:r>
            <a:r>
              <a:rPr lang="en-IN" dirty="0"/>
              <a:t> DHT11 (temperature/humidity), GPS (location), MAX30100 (heart rate/SpO2)</a:t>
            </a:r>
          </a:p>
          <a:p>
            <a:r>
              <a:rPr lang="en-IN" b="1" dirty="0"/>
              <a:t>Display:</a:t>
            </a:r>
            <a:r>
              <a:rPr lang="en-IN" dirty="0"/>
              <a:t> 16x2 LCD with I2C for reduced pin usage</a:t>
            </a:r>
          </a:p>
          <a:p>
            <a:r>
              <a:rPr lang="en-IN" b="1" dirty="0"/>
              <a:t>Communication:</a:t>
            </a:r>
            <a:r>
              <a:rPr lang="en-IN" dirty="0"/>
              <a:t> SIM800L GSM module for alerts and emergency calls</a:t>
            </a:r>
          </a:p>
          <a:p>
            <a:r>
              <a:rPr lang="en-IN" b="1" dirty="0"/>
              <a:t>Power:</a:t>
            </a:r>
            <a:r>
              <a:rPr lang="en-IN" dirty="0"/>
              <a:t> Buck converter and separate supplies for high-current modules</a:t>
            </a:r>
          </a:p>
          <a:p>
            <a:endParaRPr lang="en-IN" b="1" dirty="0"/>
          </a:p>
          <a:p>
            <a:r>
              <a:rPr lang="en-IN" b="1" dirty="0"/>
              <a:t>Circuit Design:</a:t>
            </a:r>
            <a:endParaRPr lang="en-IN" dirty="0"/>
          </a:p>
          <a:p>
            <a:r>
              <a:rPr lang="en-IN" dirty="0"/>
              <a:t>Created pin mapping for all modules on ESP32</a:t>
            </a:r>
          </a:p>
          <a:p>
            <a:r>
              <a:rPr lang="en-IN" dirty="0"/>
              <a:t>Designed multi-rail power distribution (5V, 3.3V, 4V)</a:t>
            </a:r>
          </a:p>
          <a:p>
            <a:r>
              <a:rPr lang="en-IN" dirty="0"/>
              <a:t>Planned communication protocols (I2C, UART, Digital)</a:t>
            </a:r>
          </a:p>
          <a:p>
            <a:r>
              <a:rPr lang="en-IN" dirty="0"/>
              <a:t>Established common ground architecture</a:t>
            </a:r>
          </a:p>
          <a:p>
            <a:endParaRPr lang="en-US" dirty="0"/>
          </a:p>
        </p:txBody>
      </p:sp>
    </p:spTree>
    <p:extLst>
      <p:ext uri="{BB962C8B-B14F-4D97-AF65-F5344CB8AC3E}">
        <p14:creationId xmlns:p14="http://schemas.microsoft.com/office/powerpoint/2010/main" val="133562733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1A51C-6B86-E21E-1BC6-8720CE81B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812A63-DEB2-7D5F-A44A-CD59D6B3A0E4}"/>
              </a:ext>
            </a:extLst>
          </p:cNvPr>
          <p:cNvSpPr>
            <a:spLocks noGrp="1"/>
          </p:cNvSpPr>
          <p:nvPr>
            <p:ph type="title"/>
          </p:nvPr>
        </p:nvSpPr>
        <p:spPr>
          <a:xfrm>
            <a:off x="5615105" y="3212294"/>
            <a:ext cx="10515600" cy="1000981"/>
          </a:xfrm>
        </p:spPr>
        <p:txBody>
          <a:bodyPr>
            <a:normAutofit/>
          </a:bodyPr>
          <a:lstStyle/>
          <a:p>
            <a:pPr algn="ctr"/>
            <a:r>
              <a:rPr lang="en-IN" sz="3600" b="1" dirty="0"/>
              <a:t>   </a:t>
            </a:r>
          </a:p>
        </p:txBody>
      </p:sp>
      <p:sp>
        <p:nvSpPr>
          <p:cNvPr id="3" name="Content Placeholder 2">
            <a:extLst>
              <a:ext uri="{FF2B5EF4-FFF2-40B4-BE49-F238E27FC236}">
                <a16:creationId xmlns:a16="http://schemas.microsoft.com/office/drawing/2014/main" id="{D6D5DBE1-8FD5-481C-65C1-8977A7549587}"/>
              </a:ext>
            </a:extLst>
          </p:cNvPr>
          <p:cNvSpPr>
            <a:spLocks noGrp="1"/>
          </p:cNvSpPr>
          <p:nvPr>
            <p:ph idx="1"/>
          </p:nvPr>
        </p:nvSpPr>
        <p:spPr>
          <a:xfrm>
            <a:off x="838200" y="619125"/>
            <a:ext cx="10515600" cy="6034894"/>
          </a:xfrm>
        </p:spPr>
        <p:txBody>
          <a:bodyPr/>
          <a:lstStyle/>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r>
              <a:rPr lang="en-IN" sz="2400" dirty="0">
                <a:solidFill>
                  <a:schemeClr val="bg2">
                    <a:lumMod val="75000"/>
                  </a:schemeClr>
                </a:solidFill>
              </a:rPr>
              <a:t>                                                     </a:t>
            </a:r>
            <a:endParaRPr lang="en-IN" sz="24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81BBAAF1-2760-9037-747B-10543B28BD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34111"/>
            <a:ext cx="966164" cy="1126572"/>
          </a:xfrm>
          <a:prstGeom prst="rect">
            <a:avLst/>
          </a:prstGeom>
        </p:spPr>
      </p:pic>
      <p:sp>
        <p:nvSpPr>
          <p:cNvPr id="11" name="Slide Number Placeholder 4">
            <a:extLst>
              <a:ext uri="{FF2B5EF4-FFF2-40B4-BE49-F238E27FC236}">
                <a16:creationId xmlns:a16="http://schemas.microsoft.com/office/drawing/2014/main" id="{660DD087-6304-E242-A616-3B6B695A4CA8}"/>
              </a:ext>
            </a:extLst>
          </p:cNvPr>
          <p:cNvSpPr>
            <a:spLocks noGrp="1"/>
          </p:cNvSpPr>
          <p:nvPr>
            <p:ph type="sldNum" sz="quarter" idx="12"/>
          </p:nvPr>
        </p:nvSpPr>
        <p:spPr>
          <a:xfrm>
            <a:off x="11470968" y="6498540"/>
            <a:ext cx="721032" cy="376526"/>
          </a:xfrm>
        </p:spPr>
        <p:txBody>
          <a:bodyPr/>
          <a:lstStyle/>
          <a:p>
            <a:fld id="{3FCAF691-C30B-4477-A4FB-AFF7F164B000}" type="slidenum">
              <a:rPr lang="en-IN" sz="1600" b="1">
                <a:solidFill>
                  <a:schemeClr val="tx1"/>
                </a:solidFill>
              </a:rPr>
              <a:pPr/>
              <a:t>14</a:t>
            </a:fld>
            <a:endParaRPr lang="en-IN" sz="1600" b="1" dirty="0">
              <a:solidFill>
                <a:schemeClr val="tx1"/>
              </a:solidFill>
            </a:endParaRPr>
          </a:p>
        </p:txBody>
      </p:sp>
      <p:sp>
        <p:nvSpPr>
          <p:cNvPr id="4" name="Rectangle 3">
            <a:extLst>
              <a:ext uri="{FF2B5EF4-FFF2-40B4-BE49-F238E27FC236}">
                <a16:creationId xmlns:a16="http://schemas.microsoft.com/office/drawing/2014/main" id="{D22CB2E8-41A7-BAF3-6413-8AED7DED65C1}"/>
              </a:ext>
            </a:extLst>
          </p:cNvPr>
          <p:cNvSpPr/>
          <p:nvPr/>
        </p:nvSpPr>
        <p:spPr>
          <a:xfrm>
            <a:off x="23853" y="6499421"/>
            <a:ext cx="12192000" cy="34743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sp>
        <p:nvSpPr>
          <p:cNvPr id="19" name="Rectangle 10">
            <a:extLst>
              <a:ext uri="{FF2B5EF4-FFF2-40B4-BE49-F238E27FC236}">
                <a16:creationId xmlns:a16="http://schemas.microsoft.com/office/drawing/2014/main" id="{CC5C73EA-25DB-1B5B-4966-E79FB4AE3D7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B44B9A03-6594-A028-CF29-E8F56E7A0D57}"/>
              </a:ext>
            </a:extLst>
          </p:cNvPr>
          <p:cNvSpPr txBox="1"/>
          <p:nvPr/>
        </p:nvSpPr>
        <p:spPr>
          <a:xfrm>
            <a:off x="966165" y="413266"/>
            <a:ext cx="10807913" cy="5355312"/>
          </a:xfrm>
          <a:prstGeom prst="rect">
            <a:avLst/>
          </a:prstGeom>
          <a:noFill/>
        </p:spPr>
        <p:txBody>
          <a:bodyPr wrap="square" rtlCol="0">
            <a:spAutoFit/>
          </a:bodyPr>
          <a:lstStyle/>
          <a:p>
            <a:r>
              <a:rPr lang="en-IN" b="1" dirty="0"/>
              <a:t>2. HARDWARE IMPLEMENTATION</a:t>
            </a:r>
          </a:p>
          <a:p>
            <a:endParaRPr lang="en-IN" b="1" dirty="0"/>
          </a:p>
          <a:p>
            <a:r>
              <a:rPr lang="en-IN" b="1" dirty="0"/>
              <a:t>Phase 1 - Initial Prototype (Arduino Uno):</a:t>
            </a:r>
            <a:endParaRPr lang="en-IN" dirty="0"/>
          </a:p>
          <a:p>
            <a:r>
              <a:rPr lang="en-IN" dirty="0"/>
              <a:t>Connected sensors and modules to Arduino Uno</a:t>
            </a:r>
          </a:p>
          <a:p>
            <a:r>
              <a:rPr lang="en-IN" dirty="0"/>
              <a:t>Tested individual modules for functionality</a:t>
            </a:r>
          </a:p>
          <a:p>
            <a:r>
              <a:rPr lang="en-IN" b="1" dirty="0"/>
              <a:t>Result:</a:t>
            </a:r>
            <a:r>
              <a:rPr lang="en-IN" dirty="0"/>
              <a:t> Uno burned out due to SIM800L power draw (2A &gt; 500mA limit)</a:t>
            </a:r>
          </a:p>
          <a:p>
            <a:endParaRPr lang="en-IN" b="1" dirty="0"/>
          </a:p>
          <a:p>
            <a:r>
              <a:rPr lang="en-IN" b="1" dirty="0"/>
              <a:t>Phase 2 - Power System Redesign:</a:t>
            </a:r>
            <a:endParaRPr lang="en-IN" dirty="0"/>
          </a:p>
          <a:p>
            <a:r>
              <a:rPr lang="en-IN" dirty="0"/>
              <a:t>Implemented separate 4V supply for SIM800L (2A capable)</a:t>
            </a:r>
          </a:p>
          <a:p>
            <a:r>
              <a:rPr lang="en-IN" dirty="0"/>
              <a:t>Added buck converter for stable 5V to ESP32</a:t>
            </a:r>
          </a:p>
          <a:p>
            <a:r>
              <a:rPr lang="en-IN" dirty="0"/>
              <a:t>Created breadboard power rails for organized distribution</a:t>
            </a:r>
          </a:p>
          <a:p>
            <a:r>
              <a:rPr lang="en-IN" b="1" dirty="0"/>
              <a:t>Result:</a:t>
            </a:r>
            <a:r>
              <a:rPr lang="en-IN" dirty="0"/>
              <a:t> Uno still faced memory overflow (2KB RAM insufficient)</a:t>
            </a:r>
          </a:p>
          <a:p>
            <a:endParaRPr lang="en-IN" b="1" dirty="0"/>
          </a:p>
          <a:p>
            <a:r>
              <a:rPr lang="en-IN" b="1" dirty="0"/>
              <a:t>Phase 3 - Migration to ESP32:</a:t>
            </a:r>
            <a:endParaRPr lang="en-IN" dirty="0"/>
          </a:p>
          <a:p>
            <a:r>
              <a:rPr lang="en-IN" dirty="0"/>
              <a:t>Replaced Arduino Uno with ESP32 </a:t>
            </a:r>
            <a:r>
              <a:rPr lang="en-IN" dirty="0" err="1"/>
              <a:t>DevKit</a:t>
            </a:r>
            <a:endParaRPr lang="en-IN" dirty="0"/>
          </a:p>
          <a:p>
            <a:r>
              <a:rPr lang="en-IN" dirty="0"/>
              <a:t>Remapped all pin connections to ESP32 GPIO pins</a:t>
            </a:r>
          </a:p>
          <a:p>
            <a:r>
              <a:rPr lang="en-IN" dirty="0"/>
              <a:t>Configured multiple UART ports (Serial1 for GPS, Serial2 for SIM800L)</a:t>
            </a:r>
          </a:p>
          <a:p>
            <a:r>
              <a:rPr lang="en-IN" b="1" dirty="0"/>
              <a:t>Result:</a:t>
            </a:r>
            <a:r>
              <a:rPr lang="en-IN" dirty="0"/>
              <a:t> Stable system with adequate memory (520KB RAM)</a:t>
            </a:r>
          </a:p>
          <a:p>
            <a:endParaRPr lang="en-IN" dirty="0"/>
          </a:p>
        </p:txBody>
      </p:sp>
    </p:spTree>
    <p:extLst>
      <p:ext uri="{BB962C8B-B14F-4D97-AF65-F5344CB8AC3E}">
        <p14:creationId xmlns:p14="http://schemas.microsoft.com/office/powerpoint/2010/main" val="395742239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0DB17-63D6-ABFA-F08A-90850AEE55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5A5B29-BC70-3D13-7E75-5FFFB86D018E}"/>
              </a:ext>
            </a:extLst>
          </p:cNvPr>
          <p:cNvSpPr>
            <a:spLocks noGrp="1"/>
          </p:cNvSpPr>
          <p:nvPr>
            <p:ph type="title"/>
          </p:nvPr>
        </p:nvSpPr>
        <p:spPr>
          <a:xfrm>
            <a:off x="776068" y="28137"/>
            <a:ext cx="10515600" cy="970672"/>
          </a:xfrm>
        </p:spPr>
        <p:txBody>
          <a:bodyPr>
            <a:normAutofit/>
          </a:bodyPr>
          <a:lstStyle/>
          <a:p>
            <a:pPr algn="ctr"/>
            <a:r>
              <a:rPr lang="en-IN" sz="3600" b="1" dirty="0"/>
              <a:t>   </a:t>
            </a:r>
          </a:p>
        </p:txBody>
      </p:sp>
      <p:sp>
        <p:nvSpPr>
          <p:cNvPr id="3" name="Content Placeholder 2">
            <a:extLst>
              <a:ext uri="{FF2B5EF4-FFF2-40B4-BE49-F238E27FC236}">
                <a16:creationId xmlns:a16="http://schemas.microsoft.com/office/drawing/2014/main" id="{1A247D87-9D77-0AB1-23F0-2E74526C1BAC}"/>
              </a:ext>
            </a:extLst>
          </p:cNvPr>
          <p:cNvSpPr>
            <a:spLocks noGrp="1"/>
          </p:cNvSpPr>
          <p:nvPr>
            <p:ph idx="1"/>
          </p:nvPr>
        </p:nvSpPr>
        <p:spPr>
          <a:xfrm>
            <a:off x="838200" y="801859"/>
            <a:ext cx="10515600" cy="5852160"/>
          </a:xfrm>
        </p:spPr>
        <p:txBody>
          <a:bodyPr/>
          <a:lstStyle/>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r>
              <a:rPr lang="en-IN" sz="2400" dirty="0">
                <a:solidFill>
                  <a:schemeClr val="bg2">
                    <a:lumMod val="75000"/>
                  </a:schemeClr>
                </a:solidFill>
              </a:rPr>
              <a:t>                                                     </a:t>
            </a:r>
            <a:endParaRPr lang="en-IN" sz="24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13107D80-0E3F-9C1F-BEF1-5CD747D739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66164" cy="1092460"/>
          </a:xfrm>
          <a:prstGeom prst="rect">
            <a:avLst/>
          </a:prstGeom>
        </p:spPr>
      </p:pic>
      <p:sp>
        <p:nvSpPr>
          <p:cNvPr id="11" name="Slide Number Placeholder 4">
            <a:extLst>
              <a:ext uri="{FF2B5EF4-FFF2-40B4-BE49-F238E27FC236}">
                <a16:creationId xmlns:a16="http://schemas.microsoft.com/office/drawing/2014/main" id="{ED44511A-EB2A-0B53-23A8-95302D695D2C}"/>
              </a:ext>
            </a:extLst>
          </p:cNvPr>
          <p:cNvSpPr>
            <a:spLocks noGrp="1"/>
          </p:cNvSpPr>
          <p:nvPr>
            <p:ph type="sldNum" sz="quarter" idx="12"/>
          </p:nvPr>
        </p:nvSpPr>
        <p:spPr>
          <a:xfrm>
            <a:off x="11470968" y="6509940"/>
            <a:ext cx="721032" cy="365125"/>
          </a:xfrm>
        </p:spPr>
        <p:txBody>
          <a:bodyPr/>
          <a:lstStyle/>
          <a:p>
            <a:fld id="{3FCAF691-C30B-4477-A4FB-AFF7F164B000}" type="slidenum">
              <a:rPr lang="en-IN" sz="1600" b="1">
                <a:solidFill>
                  <a:schemeClr val="tx1"/>
                </a:solidFill>
              </a:rPr>
              <a:pPr/>
              <a:t>15</a:t>
            </a:fld>
            <a:endParaRPr lang="en-IN" sz="1600" b="1" dirty="0">
              <a:solidFill>
                <a:schemeClr val="tx1"/>
              </a:solidFill>
            </a:endParaRPr>
          </a:p>
        </p:txBody>
      </p:sp>
      <p:sp>
        <p:nvSpPr>
          <p:cNvPr id="4" name="Rectangle 3">
            <a:extLst>
              <a:ext uri="{FF2B5EF4-FFF2-40B4-BE49-F238E27FC236}">
                <a16:creationId xmlns:a16="http://schemas.microsoft.com/office/drawing/2014/main" id="{D6EC5541-A29F-5339-42FF-EC84EB71A524}"/>
              </a:ext>
            </a:extLst>
          </p:cNvPr>
          <p:cNvSpPr/>
          <p:nvPr/>
        </p:nvSpPr>
        <p:spPr>
          <a:xfrm>
            <a:off x="23853" y="6509941"/>
            <a:ext cx="12192000" cy="33691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sp>
        <p:nvSpPr>
          <p:cNvPr id="5" name="TextBox 4">
            <a:extLst>
              <a:ext uri="{FF2B5EF4-FFF2-40B4-BE49-F238E27FC236}">
                <a16:creationId xmlns:a16="http://schemas.microsoft.com/office/drawing/2014/main" id="{C3DA5910-55A4-1B73-5A49-075B1CE2D5AC}"/>
              </a:ext>
            </a:extLst>
          </p:cNvPr>
          <p:cNvSpPr txBox="1"/>
          <p:nvPr/>
        </p:nvSpPr>
        <p:spPr>
          <a:xfrm>
            <a:off x="1115568" y="329184"/>
            <a:ext cx="10515600" cy="4247317"/>
          </a:xfrm>
          <a:prstGeom prst="rect">
            <a:avLst/>
          </a:prstGeom>
          <a:noFill/>
        </p:spPr>
        <p:txBody>
          <a:bodyPr wrap="square" rtlCol="0">
            <a:spAutoFit/>
          </a:bodyPr>
          <a:lstStyle/>
          <a:p>
            <a:endParaRPr lang="en-IN" b="1" dirty="0"/>
          </a:p>
          <a:p>
            <a:r>
              <a:rPr lang="en-IN" b="1" dirty="0"/>
              <a:t>Breadboard Assembly:</a:t>
            </a:r>
            <a:endParaRPr lang="en-IN" dirty="0"/>
          </a:p>
          <a:p>
            <a:r>
              <a:rPr lang="en-IN" dirty="0"/>
              <a:t>Mounted ESP32 on breadboard </a:t>
            </a:r>
            <a:r>
              <a:rPr lang="en-IN" dirty="0" err="1"/>
              <a:t>center</a:t>
            </a:r>
            <a:endParaRPr lang="en-IN" dirty="0"/>
          </a:p>
          <a:p>
            <a:r>
              <a:rPr lang="en-IN" dirty="0"/>
              <a:t>Organized power rails: 5V (top), 3.3V (optional), 4V (separate), GND (bottom)</a:t>
            </a:r>
          </a:p>
          <a:p>
            <a:r>
              <a:rPr lang="en-IN" dirty="0"/>
              <a:t>Connected all module VCC and GND to appropriate rails</a:t>
            </a:r>
          </a:p>
          <a:p>
            <a:r>
              <a:rPr lang="en-IN" dirty="0"/>
              <a:t>Routed signal wires (SDA, SCL, TX, RX, DATA) to ESP32 GPIO pins</a:t>
            </a:r>
          </a:p>
          <a:p>
            <a:r>
              <a:rPr lang="en-IN" dirty="0"/>
              <a:t>Ensured common ground for all components</a:t>
            </a:r>
          </a:p>
          <a:p>
            <a:endParaRPr lang="en-IN" b="1" dirty="0"/>
          </a:p>
          <a:p>
            <a:r>
              <a:rPr lang="en-IN" b="1" dirty="0"/>
              <a:t>Component Connections:</a:t>
            </a:r>
            <a:endParaRPr lang="en-IN" dirty="0"/>
          </a:p>
          <a:p>
            <a:r>
              <a:rPr lang="en-IN" dirty="0"/>
              <a:t>LCD: I2C on GPIO 21, 22 (shared bus)</a:t>
            </a:r>
          </a:p>
          <a:p>
            <a:r>
              <a:rPr lang="en-IN" dirty="0"/>
              <a:t>DHT11: Digital on GPIO 4</a:t>
            </a:r>
          </a:p>
          <a:p>
            <a:r>
              <a:rPr lang="en-IN" dirty="0"/>
              <a:t>GPS: UART Serial1 on GPIO 25, 26</a:t>
            </a:r>
          </a:p>
          <a:p>
            <a:r>
              <a:rPr lang="en-IN" dirty="0"/>
              <a:t>SIM800L: UART Serial2 on GPIO 27, 14</a:t>
            </a:r>
          </a:p>
          <a:p>
            <a:r>
              <a:rPr lang="en-IN" dirty="0"/>
              <a:t>MAX30100: I2C on GPIO 21, 22 (shared with LCD)</a:t>
            </a:r>
          </a:p>
          <a:p>
            <a:endParaRPr lang="en-IN" dirty="0"/>
          </a:p>
        </p:txBody>
      </p:sp>
    </p:spTree>
    <p:extLst>
      <p:ext uri="{BB962C8B-B14F-4D97-AF65-F5344CB8AC3E}">
        <p14:creationId xmlns:p14="http://schemas.microsoft.com/office/powerpoint/2010/main" val="79972037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ECC81-97C0-1588-9135-C031574390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EED481-30E8-DD7B-37C3-B58031E267C0}"/>
              </a:ext>
            </a:extLst>
          </p:cNvPr>
          <p:cNvSpPr>
            <a:spLocks noGrp="1"/>
          </p:cNvSpPr>
          <p:nvPr>
            <p:ph type="title"/>
          </p:nvPr>
        </p:nvSpPr>
        <p:spPr>
          <a:xfrm>
            <a:off x="5615105" y="3242603"/>
            <a:ext cx="10515600" cy="970672"/>
          </a:xfrm>
        </p:spPr>
        <p:txBody>
          <a:bodyPr>
            <a:normAutofit/>
          </a:bodyPr>
          <a:lstStyle/>
          <a:p>
            <a:pPr algn="ctr"/>
            <a:r>
              <a:rPr lang="en-IN" sz="3600" b="1" dirty="0"/>
              <a:t>   </a:t>
            </a:r>
          </a:p>
        </p:txBody>
      </p:sp>
      <p:sp>
        <p:nvSpPr>
          <p:cNvPr id="3" name="Content Placeholder 2">
            <a:extLst>
              <a:ext uri="{FF2B5EF4-FFF2-40B4-BE49-F238E27FC236}">
                <a16:creationId xmlns:a16="http://schemas.microsoft.com/office/drawing/2014/main" id="{09020F3F-50BC-D28F-B6C0-48E40647B9BF}"/>
              </a:ext>
            </a:extLst>
          </p:cNvPr>
          <p:cNvSpPr>
            <a:spLocks noGrp="1"/>
          </p:cNvSpPr>
          <p:nvPr>
            <p:ph idx="1"/>
          </p:nvPr>
        </p:nvSpPr>
        <p:spPr>
          <a:xfrm>
            <a:off x="838200" y="801859"/>
            <a:ext cx="10515600" cy="5852160"/>
          </a:xfrm>
        </p:spPr>
        <p:txBody>
          <a:bodyPr/>
          <a:lstStyle/>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r>
              <a:rPr lang="en-IN" sz="2400" dirty="0">
                <a:solidFill>
                  <a:schemeClr val="bg2">
                    <a:lumMod val="75000"/>
                  </a:schemeClr>
                </a:solidFill>
              </a:rPr>
              <a:t>                                                     </a:t>
            </a:r>
            <a:endParaRPr lang="en-IN" sz="24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B9888B8D-400F-1895-C79E-867637DEA0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66164" cy="1092460"/>
          </a:xfrm>
          <a:prstGeom prst="rect">
            <a:avLst/>
          </a:prstGeom>
        </p:spPr>
      </p:pic>
      <p:sp>
        <p:nvSpPr>
          <p:cNvPr id="11" name="Slide Number Placeholder 4">
            <a:extLst>
              <a:ext uri="{FF2B5EF4-FFF2-40B4-BE49-F238E27FC236}">
                <a16:creationId xmlns:a16="http://schemas.microsoft.com/office/drawing/2014/main" id="{2C130E6B-D52B-6B4A-0806-7C3851F46D24}"/>
              </a:ext>
            </a:extLst>
          </p:cNvPr>
          <p:cNvSpPr>
            <a:spLocks noGrp="1"/>
          </p:cNvSpPr>
          <p:nvPr>
            <p:ph type="sldNum" sz="quarter" idx="12"/>
          </p:nvPr>
        </p:nvSpPr>
        <p:spPr>
          <a:xfrm>
            <a:off x="11470968" y="6509940"/>
            <a:ext cx="721032" cy="365125"/>
          </a:xfrm>
        </p:spPr>
        <p:txBody>
          <a:bodyPr/>
          <a:lstStyle/>
          <a:p>
            <a:fld id="{3FCAF691-C30B-4477-A4FB-AFF7F164B000}" type="slidenum">
              <a:rPr lang="en-IN" sz="1600" b="1">
                <a:solidFill>
                  <a:schemeClr val="tx1"/>
                </a:solidFill>
              </a:rPr>
              <a:pPr/>
              <a:t>16</a:t>
            </a:fld>
            <a:endParaRPr lang="en-IN" sz="1600" b="1" dirty="0">
              <a:solidFill>
                <a:schemeClr val="tx1"/>
              </a:solidFill>
            </a:endParaRPr>
          </a:p>
        </p:txBody>
      </p:sp>
      <p:sp>
        <p:nvSpPr>
          <p:cNvPr id="4" name="Rectangle 3">
            <a:extLst>
              <a:ext uri="{FF2B5EF4-FFF2-40B4-BE49-F238E27FC236}">
                <a16:creationId xmlns:a16="http://schemas.microsoft.com/office/drawing/2014/main" id="{0B5E4A17-0AB3-2197-C798-979EE7430C47}"/>
              </a:ext>
            </a:extLst>
          </p:cNvPr>
          <p:cNvSpPr/>
          <p:nvPr/>
        </p:nvSpPr>
        <p:spPr>
          <a:xfrm>
            <a:off x="23853" y="6509941"/>
            <a:ext cx="12192000" cy="33691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sp>
        <p:nvSpPr>
          <p:cNvPr id="26" name="TextBox 25">
            <a:extLst>
              <a:ext uri="{FF2B5EF4-FFF2-40B4-BE49-F238E27FC236}">
                <a16:creationId xmlns:a16="http://schemas.microsoft.com/office/drawing/2014/main" id="{17CC0B18-87DA-7F47-86AC-1D62232140D8}"/>
              </a:ext>
            </a:extLst>
          </p:cNvPr>
          <p:cNvSpPr txBox="1"/>
          <p:nvPr/>
        </p:nvSpPr>
        <p:spPr>
          <a:xfrm>
            <a:off x="966165" y="546231"/>
            <a:ext cx="10668000" cy="5078313"/>
          </a:xfrm>
          <a:prstGeom prst="rect">
            <a:avLst/>
          </a:prstGeom>
          <a:noFill/>
        </p:spPr>
        <p:txBody>
          <a:bodyPr wrap="square" rtlCol="0">
            <a:spAutoFit/>
          </a:bodyPr>
          <a:lstStyle/>
          <a:p>
            <a:r>
              <a:rPr lang="en-IN" b="1" dirty="0"/>
              <a:t>3. SOFTWARE DEVELOPMENT</a:t>
            </a:r>
          </a:p>
          <a:p>
            <a:endParaRPr lang="en-IN" b="1" dirty="0"/>
          </a:p>
          <a:p>
            <a:r>
              <a:rPr lang="en-IN" b="1" dirty="0"/>
              <a:t>Development Environment Setup:</a:t>
            </a:r>
            <a:endParaRPr lang="en-IN" dirty="0"/>
          </a:p>
          <a:p>
            <a:r>
              <a:rPr lang="en-IN" dirty="0"/>
              <a:t>Installed Arduino IDE</a:t>
            </a:r>
          </a:p>
          <a:p>
            <a:r>
              <a:rPr lang="en-IN" dirty="0"/>
              <a:t>Added ESP32 board support package</a:t>
            </a:r>
          </a:p>
          <a:p>
            <a:r>
              <a:rPr lang="en-IN" dirty="0"/>
              <a:t>Installed required libraries: Wire, LiquidCrystal_I2C, DHT, </a:t>
            </a:r>
            <a:r>
              <a:rPr lang="en-IN" dirty="0" err="1"/>
              <a:t>TinyGPSPlus</a:t>
            </a:r>
            <a:r>
              <a:rPr lang="en-IN" dirty="0"/>
              <a:t>, MAX30100_PulseOximeter</a:t>
            </a:r>
          </a:p>
          <a:p>
            <a:endParaRPr lang="en-IN" b="1" dirty="0"/>
          </a:p>
          <a:p>
            <a:r>
              <a:rPr lang="en-IN" b="1" dirty="0"/>
              <a:t>Code Architecture:</a:t>
            </a:r>
            <a:endParaRPr lang="en-IN" dirty="0"/>
          </a:p>
          <a:p>
            <a:r>
              <a:rPr lang="en-IN" b="1" dirty="0"/>
              <a:t>Modular Function Design:</a:t>
            </a:r>
            <a:endParaRPr lang="en-IN" dirty="0"/>
          </a:p>
          <a:p>
            <a:r>
              <a:rPr lang="en-IN" dirty="0"/>
              <a:t>setup() - Initialize all modules, test connections, display startup status</a:t>
            </a:r>
          </a:p>
          <a:p>
            <a:r>
              <a:rPr lang="en-IN" dirty="0"/>
              <a:t>loop() - Main execution cycle with non-blocking timers</a:t>
            </a:r>
          </a:p>
          <a:p>
            <a:r>
              <a:rPr lang="en-IN" dirty="0"/>
              <a:t>updateDHT11() - Read temperature and humidity every 2 seconds</a:t>
            </a:r>
          </a:p>
          <a:p>
            <a:r>
              <a:rPr lang="en-IN" dirty="0" err="1"/>
              <a:t>updateGPS</a:t>
            </a:r>
            <a:r>
              <a:rPr lang="en-IN" dirty="0"/>
              <a:t>() - Parse NMEA sentences continuously</a:t>
            </a:r>
          </a:p>
          <a:p>
            <a:r>
              <a:rPr lang="en-IN" dirty="0"/>
              <a:t>checkSIM800L() - Monitor incoming GSM data</a:t>
            </a:r>
          </a:p>
          <a:p>
            <a:r>
              <a:rPr lang="en-IN" dirty="0" err="1"/>
              <a:t>displayTemperatureHumidity</a:t>
            </a:r>
            <a:r>
              <a:rPr lang="en-IN" dirty="0"/>
              <a:t>() - Show environmental data on LCD</a:t>
            </a:r>
          </a:p>
          <a:p>
            <a:r>
              <a:rPr lang="en-IN" dirty="0" err="1"/>
              <a:t>displayGPS</a:t>
            </a:r>
            <a:r>
              <a:rPr lang="en-IN" dirty="0"/>
              <a:t>() - Show location coordinates</a:t>
            </a:r>
          </a:p>
          <a:p>
            <a:r>
              <a:rPr lang="en-IN" dirty="0" err="1"/>
              <a:t>displaySystemStatus</a:t>
            </a:r>
            <a:r>
              <a:rPr lang="en-IN" dirty="0"/>
              <a:t>() - Show all module health indicators</a:t>
            </a:r>
          </a:p>
          <a:p>
            <a:endParaRPr lang="en-US" dirty="0"/>
          </a:p>
        </p:txBody>
      </p:sp>
    </p:spTree>
    <p:extLst>
      <p:ext uri="{BB962C8B-B14F-4D97-AF65-F5344CB8AC3E}">
        <p14:creationId xmlns:p14="http://schemas.microsoft.com/office/powerpoint/2010/main" val="315541131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BE553-D0C8-021B-5CA5-6336A01582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D4295F-C743-2428-C585-1A2B1BDD76FC}"/>
              </a:ext>
            </a:extLst>
          </p:cNvPr>
          <p:cNvSpPr>
            <a:spLocks noGrp="1"/>
          </p:cNvSpPr>
          <p:nvPr>
            <p:ph type="title"/>
          </p:nvPr>
        </p:nvSpPr>
        <p:spPr>
          <a:xfrm>
            <a:off x="776068" y="28137"/>
            <a:ext cx="10515600" cy="970672"/>
          </a:xfrm>
        </p:spPr>
        <p:txBody>
          <a:bodyPr>
            <a:normAutofit/>
          </a:bodyPr>
          <a:lstStyle/>
          <a:p>
            <a:pPr algn="ctr"/>
            <a:r>
              <a:rPr lang="en-IN" b="1" dirty="0"/>
              <a:t> Tools Used   </a:t>
            </a:r>
          </a:p>
        </p:txBody>
      </p:sp>
      <p:sp>
        <p:nvSpPr>
          <p:cNvPr id="3" name="Content Placeholder 2">
            <a:extLst>
              <a:ext uri="{FF2B5EF4-FFF2-40B4-BE49-F238E27FC236}">
                <a16:creationId xmlns:a16="http://schemas.microsoft.com/office/drawing/2014/main" id="{86B8AD0D-F493-B6BF-B011-E83FD0FE2C68}"/>
              </a:ext>
            </a:extLst>
          </p:cNvPr>
          <p:cNvSpPr>
            <a:spLocks noGrp="1"/>
          </p:cNvSpPr>
          <p:nvPr>
            <p:ph idx="1"/>
          </p:nvPr>
        </p:nvSpPr>
        <p:spPr>
          <a:xfrm>
            <a:off x="931515" y="1352118"/>
            <a:ext cx="10515600" cy="5852160"/>
          </a:xfrm>
        </p:spPr>
        <p:txBody>
          <a:bodyPr>
            <a:normAutofit/>
          </a:bodyPr>
          <a:lstStyle/>
          <a:p>
            <a:pPr marL="0" indent="0">
              <a:buNone/>
            </a:pPr>
            <a:r>
              <a:rPr lang="en-US" b="1" dirty="0"/>
              <a:t>Arduino IDE </a:t>
            </a:r>
          </a:p>
          <a:p>
            <a:pPr marL="0" indent="0">
              <a:buNone/>
            </a:pPr>
            <a:r>
              <a:rPr lang="en-US" sz="2000" b="1" dirty="0"/>
              <a:t>Serial Monitor and Serial Plotter</a:t>
            </a:r>
            <a:br>
              <a:rPr lang="en-US" sz="2000" dirty="0"/>
            </a:br>
            <a:r>
              <a:rPr lang="en-US" sz="2000" dirty="0"/>
              <a:t>Used to view real-time health sensor data</a:t>
            </a:r>
          </a:p>
          <a:p>
            <a:pPr marL="0" indent="0">
              <a:buNone/>
            </a:pPr>
            <a:r>
              <a:rPr lang="en-US" sz="2000" b="1" dirty="0"/>
              <a:t>Built-in Library Manager</a:t>
            </a:r>
            <a:br>
              <a:rPr lang="en-US" sz="2000" dirty="0"/>
            </a:br>
            <a:r>
              <a:rPr lang="en-US" sz="2000" dirty="0"/>
              <a:t>Provides easy access to essential libraries like TinyGPS++, DHT, </a:t>
            </a:r>
            <a:r>
              <a:rPr lang="en-US" sz="2000" dirty="0" err="1"/>
              <a:t>PulseSensor</a:t>
            </a:r>
            <a:r>
              <a:rPr lang="en-US" sz="2000" dirty="0"/>
              <a:t>, </a:t>
            </a:r>
            <a:r>
              <a:rPr lang="en-US" sz="2000" dirty="0" err="1"/>
              <a:t>WiFi</a:t>
            </a:r>
            <a:r>
              <a:rPr lang="en-US" sz="2000" dirty="0"/>
              <a:t>, and Bluetooth, which are crucial for reading sensor data,</a:t>
            </a:r>
          </a:p>
          <a:p>
            <a:pPr marL="0" indent="0">
              <a:buNone/>
            </a:pPr>
            <a:r>
              <a:rPr lang="en-US" sz="2000" b="1" dirty="0"/>
              <a:t>Auto Error Detection and Debugging Support</a:t>
            </a:r>
            <a:br>
              <a:rPr lang="en-US" sz="2000" dirty="0"/>
            </a:br>
            <a:r>
              <a:rPr lang="en-US" sz="2000" dirty="0"/>
              <a:t>The IDE highlights syntax errors and helps troubleshoot code,</a:t>
            </a:r>
          </a:p>
          <a:p>
            <a:pPr marL="0" indent="0">
              <a:buNone/>
            </a:pPr>
            <a:r>
              <a:rPr lang="en-US" sz="2000" b="1" dirty="0"/>
              <a:t>Code Uploading and Bootloader Support</a:t>
            </a:r>
            <a:br>
              <a:rPr lang="en-US" sz="2000" dirty="0"/>
            </a:br>
            <a:r>
              <a:rPr lang="en-US" sz="2000" dirty="0"/>
              <a:t>Allows seamless uploading of code to microcontrollers like Arduino Uno</a:t>
            </a:r>
            <a:endParaRPr lang="en-US" sz="2000" dirty="0">
              <a:solidFill>
                <a:schemeClr val="bg2">
                  <a:lumMod val="75000"/>
                </a:schemeClr>
              </a:solidFill>
            </a:endParaRPr>
          </a:p>
          <a:p>
            <a:pPr marL="0" indent="0">
              <a:buNone/>
            </a:pPr>
            <a:r>
              <a:rPr lang="en-US" sz="2000" b="1" dirty="0"/>
              <a:t>Cross-Platform Compatibility and Board Manager</a:t>
            </a:r>
            <a:br>
              <a:rPr lang="en-US" sz="2000" dirty="0"/>
            </a:br>
            <a:r>
              <a:rPr lang="en-US" sz="2000" dirty="0"/>
              <a:t>Supports multiple boards including ESP32, Arduino Nano, </a:t>
            </a:r>
            <a:r>
              <a:rPr lang="en-US" sz="2000" dirty="0" err="1"/>
              <a:t>NodeMCU</a:t>
            </a:r>
            <a:r>
              <a:rPr lang="en-US" sz="2000" dirty="0"/>
              <a:t>, and AI-enabled boards, helping in testing different hardware platforms for real-time data monitoring.</a:t>
            </a:r>
            <a:r>
              <a:rPr lang="en-IN" sz="2000" dirty="0">
                <a:solidFill>
                  <a:schemeClr val="bg2">
                    <a:lumMod val="75000"/>
                  </a:schemeClr>
                </a:solidFill>
              </a:rPr>
              <a:t>                                       </a:t>
            </a:r>
            <a:endParaRPr lang="en-IN" sz="20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1D2CF99F-E9A2-DB21-1C01-015520EA04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66164" cy="1092460"/>
          </a:xfrm>
          <a:prstGeom prst="rect">
            <a:avLst/>
          </a:prstGeom>
        </p:spPr>
      </p:pic>
      <p:sp>
        <p:nvSpPr>
          <p:cNvPr id="11" name="Slide Number Placeholder 4">
            <a:extLst>
              <a:ext uri="{FF2B5EF4-FFF2-40B4-BE49-F238E27FC236}">
                <a16:creationId xmlns:a16="http://schemas.microsoft.com/office/drawing/2014/main" id="{85C9924D-7278-EAEB-F460-FDB3A8D223D3}"/>
              </a:ext>
            </a:extLst>
          </p:cNvPr>
          <p:cNvSpPr>
            <a:spLocks noGrp="1"/>
          </p:cNvSpPr>
          <p:nvPr>
            <p:ph type="sldNum" sz="quarter" idx="12"/>
          </p:nvPr>
        </p:nvSpPr>
        <p:spPr>
          <a:xfrm>
            <a:off x="11470968" y="6509940"/>
            <a:ext cx="721032" cy="365125"/>
          </a:xfrm>
        </p:spPr>
        <p:txBody>
          <a:bodyPr/>
          <a:lstStyle/>
          <a:p>
            <a:fld id="{3FCAF691-C30B-4477-A4FB-AFF7F164B000}" type="slidenum">
              <a:rPr lang="en-IN" sz="1600" b="1">
                <a:solidFill>
                  <a:schemeClr val="tx1"/>
                </a:solidFill>
              </a:rPr>
              <a:pPr/>
              <a:t>17</a:t>
            </a:fld>
            <a:endParaRPr lang="en-IN" sz="1600" b="1" dirty="0">
              <a:solidFill>
                <a:schemeClr val="tx1"/>
              </a:solidFill>
            </a:endParaRPr>
          </a:p>
        </p:txBody>
      </p:sp>
      <p:sp>
        <p:nvSpPr>
          <p:cNvPr id="4" name="Rectangle 3">
            <a:extLst>
              <a:ext uri="{FF2B5EF4-FFF2-40B4-BE49-F238E27FC236}">
                <a16:creationId xmlns:a16="http://schemas.microsoft.com/office/drawing/2014/main" id="{0B9D4CCE-FA16-9A80-572C-AE48FA8A0960}"/>
              </a:ext>
            </a:extLst>
          </p:cNvPr>
          <p:cNvSpPr/>
          <p:nvPr/>
        </p:nvSpPr>
        <p:spPr>
          <a:xfrm>
            <a:off x="23853" y="6509941"/>
            <a:ext cx="12192000" cy="33691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spTree>
    <p:extLst>
      <p:ext uri="{BB962C8B-B14F-4D97-AF65-F5344CB8AC3E}">
        <p14:creationId xmlns:p14="http://schemas.microsoft.com/office/powerpoint/2010/main" val="333475146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592A0-704E-6F2F-1148-90A88D2D91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65086C-FD81-0732-60E2-0BBEDC0FD93C}"/>
              </a:ext>
            </a:extLst>
          </p:cNvPr>
          <p:cNvSpPr>
            <a:spLocks noGrp="1"/>
          </p:cNvSpPr>
          <p:nvPr>
            <p:ph type="title"/>
          </p:nvPr>
        </p:nvSpPr>
        <p:spPr>
          <a:xfrm>
            <a:off x="776068" y="28137"/>
            <a:ext cx="10515600" cy="970672"/>
          </a:xfrm>
        </p:spPr>
        <p:txBody>
          <a:bodyPr>
            <a:normAutofit/>
          </a:bodyPr>
          <a:lstStyle/>
          <a:p>
            <a:pPr algn="ctr"/>
            <a:r>
              <a:rPr lang="en-IN" sz="3600" b="1" dirty="0"/>
              <a:t>Project Progress Review   </a:t>
            </a:r>
          </a:p>
        </p:txBody>
      </p:sp>
      <p:sp>
        <p:nvSpPr>
          <p:cNvPr id="3" name="Content Placeholder 2">
            <a:extLst>
              <a:ext uri="{FF2B5EF4-FFF2-40B4-BE49-F238E27FC236}">
                <a16:creationId xmlns:a16="http://schemas.microsoft.com/office/drawing/2014/main" id="{8804B544-51AA-0E32-4092-8194F11F96FC}"/>
              </a:ext>
            </a:extLst>
          </p:cNvPr>
          <p:cNvSpPr>
            <a:spLocks noGrp="1"/>
          </p:cNvSpPr>
          <p:nvPr>
            <p:ph idx="1"/>
          </p:nvPr>
        </p:nvSpPr>
        <p:spPr>
          <a:xfrm>
            <a:off x="838200" y="977703"/>
            <a:ext cx="10515600" cy="5852160"/>
          </a:xfrm>
        </p:spPr>
        <p:txBody>
          <a:bodyPr>
            <a:normAutofit fontScale="92500" lnSpcReduction="20000"/>
          </a:bodyPr>
          <a:lstStyle/>
          <a:p>
            <a:pPr marL="0" indent="0">
              <a:buNone/>
            </a:pPr>
            <a:endParaRPr lang="en-US" sz="1800" dirty="0"/>
          </a:p>
          <a:p>
            <a:pPr marL="0" indent="0">
              <a:buNone/>
            </a:pPr>
            <a:r>
              <a:rPr lang="en-US" sz="1800" dirty="0"/>
              <a:t>The development of the project has advanced steadily due to effective teamwork and a clear division of responsibilities among the group members. Each member has demonstrated initiative and ownership of their assigned tasks, contributing to the overall progress of the system.</a:t>
            </a:r>
          </a:p>
          <a:p>
            <a:pPr marL="0" indent="0">
              <a:buNone/>
            </a:pPr>
            <a:endParaRPr lang="en-US" sz="1800" dirty="0"/>
          </a:p>
          <a:p>
            <a:pPr marL="0" indent="0">
              <a:buNone/>
            </a:pPr>
            <a:r>
              <a:rPr lang="en-US" sz="1800" dirty="0"/>
              <a:t>Rajas </a:t>
            </a:r>
            <a:r>
              <a:rPr lang="en-US" sz="1800" dirty="0" err="1"/>
              <a:t>Ghongade</a:t>
            </a:r>
            <a:r>
              <a:rPr lang="en-US" sz="1800" dirty="0"/>
              <a:t> (Group Leader) has taken charge of the hardware development and embedded systems programming. He successfully handled component interfacing, sensor integration, and power management solutions, ensuring that the electronic system operates reliably. His work on debugging electrical connectivity and coding the core device logic has been central to the functional development of the prototype. Rajas has consistently provided direction and demonstrated strong technical leadership throughout the hardware implementation phase.</a:t>
            </a:r>
          </a:p>
          <a:p>
            <a:pPr marL="0" indent="0">
              <a:buNone/>
            </a:pPr>
            <a:endParaRPr lang="en-US" sz="1800" dirty="0"/>
          </a:p>
          <a:p>
            <a:pPr marL="0" indent="0">
              <a:buNone/>
            </a:pPr>
            <a:r>
              <a:rPr lang="en-US" sz="1800" dirty="0"/>
              <a:t>Rahul Gore (Assistant Group Leader) has been responsible for documentation and research support. He collected and reviewed relevant research papers, standards, and literature that guided the theoretical direction of the project. His efforts ensured that the project maintains academic credibility and adequately references industry practices and prior research. Rahul’s documentation provides clarity and structured reporting of the project’s methodology and design rationale.</a:t>
            </a:r>
            <a:endParaRPr lang="en-IN" sz="1800" dirty="0"/>
          </a:p>
          <a:p>
            <a:pPr marL="0" indent="0">
              <a:buNone/>
            </a:pPr>
            <a:endParaRPr lang="en-IN" sz="18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r>
              <a:rPr lang="en-IN" sz="2400" dirty="0">
                <a:solidFill>
                  <a:schemeClr val="bg2">
                    <a:lumMod val="75000"/>
                  </a:schemeClr>
                </a:solidFill>
              </a:rPr>
              <a:t>                                                     </a:t>
            </a:r>
            <a:endParaRPr lang="en-IN" sz="24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4E910629-813B-DC65-6066-FA5C5A06B1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66164" cy="1092460"/>
          </a:xfrm>
          <a:prstGeom prst="rect">
            <a:avLst/>
          </a:prstGeom>
        </p:spPr>
      </p:pic>
      <p:sp>
        <p:nvSpPr>
          <p:cNvPr id="11" name="Slide Number Placeholder 4">
            <a:extLst>
              <a:ext uri="{FF2B5EF4-FFF2-40B4-BE49-F238E27FC236}">
                <a16:creationId xmlns:a16="http://schemas.microsoft.com/office/drawing/2014/main" id="{17FF3A90-2AB5-5102-FCA7-4784869AD904}"/>
              </a:ext>
            </a:extLst>
          </p:cNvPr>
          <p:cNvSpPr>
            <a:spLocks noGrp="1"/>
          </p:cNvSpPr>
          <p:nvPr>
            <p:ph type="sldNum" sz="quarter" idx="12"/>
          </p:nvPr>
        </p:nvSpPr>
        <p:spPr>
          <a:xfrm>
            <a:off x="11470968" y="6509940"/>
            <a:ext cx="721032" cy="365125"/>
          </a:xfrm>
        </p:spPr>
        <p:txBody>
          <a:bodyPr/>
          <a:lstStyle/>
          <a:p>
            <a:fld id="{3FCAF691-C30B-4477-A4FB-AFF7F164B000}" type="slidenum">
              <a:rPr lang="en-IN" sz="1600" b="1">
                <a:solidFill>
                  <a:schemeClr val="tx1"/>
                </a:solidFill>
              </a:rPr>
              <a:pPr/>
              <a:t>18</a:t>
            </a:fld>
            <a:endParaRPr lang="en-IN" sz="1600" b="1" dirty="0">
              <a:solidFill>
                <a:schemeClr val="tx1"/>
              </a:solidFill>
            </a:endParaRPr>
          </a:p>
        </p:txBody>
      </p:sp>
      <p:sp>
        <p:nvSpPr>
          <p:cNvPr id="4" name="Rectangle 3">
            <a:extLst>
              <a:ext uri="{FF2B5EF4-FFF2-40B4-BE49-F238E27FC236}">
                <a16:creationId xmlns:a16="http://schemas.microsoft.com/office/drawing/2014/main" id="{77626430-E03B-6C92-C7B9-A33568F29149}"/>
              </a:ext>
            </a:extLst>
          </p:cNvPr>
          <p:cNvSpPr/>
          <p:nvPr/>
        </p:nvSpPr>
        <p:spPr>
          <a:xfrm>
            <a:off x="23853" y="6509941"/>
            <a:ext cx="12192000" cy="33691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spTree>
    <p:extLst>
      <p:ext uri="{BB962C8B-B14F-4D97-AF65-F5344CB8AC3E}">
        <p14:creationId xmlns:p14="http://schemas.microsoft.com/office/powerpoint/2010/main" val="378497796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7E227-A8D7-E477-2DD4-6B0A014D1B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FB1D4F-374C-FEF3-7C99-3CE0542CBB7F}"/>
              </a:ext>
            </a:extLst>
          </p:cNvPr>
          <p:cNvSpPr>
            <a:spLocks noGrp="1"/>
          </p:cNvSpPr>
          <p:nvPr>
            <p:ph type="title"/>
          </p:nvPr>
        </p:nvSpPr>
        <p:spPr>
          <a:xfrm>
            <a:off x="776068" y="28137"/>
            <a:ext cx="10515600" cy="970672"/>
          </a:xfrm>
        </p:spPr>
        <p:txBody>
          <a:bodyPr>
            <a:normAutofit/>
          </a:bodyPr>
          <a:lstStyle/>
          <a:p>
            <a:pPr algn="ctr"/>
            <a:r>
              <a:rPr lang="en-IN" sz="3600" b="1" dirty="0"/>
              <a:t>   </a:t>
            </a:r>
          </a:p>
        </p:txBody>
      </p:sp>
      <p:sp>
        <p:nvSpPr>
          <p:cNvPr id="3" name="Content Placeholder 2">
            <a:extLst>
              <a:ext uri="{FF2B5EF4-FFF2-40B4-BE49-F238E27FC236}">
                <a16:creationId xmlns:a16="http://schemas.microsoft.com/office/drawing/2014/main" id="{2124A260-40EA-96F0-4251-CD36459B5C54}"/>
              </a:ext>
            </a:extLst>
          </p:cNvPr>
          <p:cNvSpPr>
            <a:spLocks noGrp="1"/>
          </p:cNvSpPr>
          <p:nvPr>
            <p:ph idx="1"/>
          </p:nvPr>
        </p:nvSpPr>
        <p:spPr>
          <a:xfrm>
            <a:off x="838200" y="801859"/>
            <a:ext cx="10515600" cy="5852160"/>
          </a:xfrm>
        </p:spPr>
        <p:txBody>
          <a:bodyPr/>
          <a:lstStyle/>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r>
              <a:rPr lang="en-IN" sz="2400" dirty="0">
                <a:solidFill>
                  <a:schemeClr val="bg2">
                    <a:lumMod val="75000"/>
                  </a:schemeClr>
                </a:solidFill>
              </a:rPr>
              <a:t>                                                     </a:t>
            </a:r>
            <a:endParaRPr lang="en-IN" sz="24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95317A14-4BCF-9E48-48E9-85688148C9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66164" cy="1092460"/>
          </a:xfrm>
          <a:prstGeom prst="rect">
            <a:avLst/>
          </a:prstGeom>
        </p:spPr>
      </p:pic>
      <p:sp>
        <p:nvSpPr>
          <p:cNvPr id="11" name="Slide Number Placeholder 4">
            <a:extLst>
              <a:ext uri="{FF2B5EF4-FFF2-40B4-BE49-F238E27FC236}">
                <a16:creationId xmlns:a16="http://schemas.microsoft.com/office/drawing/2014/main" id="{3A1A9B97-7CC7-16AC-2FA8-5829D3630F74}"/>
              </a:ext>
            </a:extLst>
          </p:cNvPr>
          <p:cNvSpPr>
            <a:spLocks noGrp="1"/>
          </p:cNvSpPr>
          <p:nvPr>
            <p:ph type="sldNum" sz="quarter" idx="12"/>
          </p:nvPr>
        </p:nvSpPr>
        <p:spPr>
          <a:xfrm>
            <a:off x="11470968" y="6509940"/>
            <a:ext cx="721032" cy="365125"/>
          </a:xfrm>
        </p:spPr>
        <p:txBody>
          <a:bodyPr/>
          <a:lstStyle/>
          <a:p>
            <a:fld id="{3FCAF691-C30B-4477-A4FB-AFF7F164B000}" type="slidenum">
              <a:rPr lang="en-IN" sz="1600" b="1">
                <a:solidFill>
                  <a:schemeClr val="tx1"/>
                </a:solidFill>
              </a:rPr>
              <a:pPr/>
              <a:t>19</a:t>
            </a:fld>
            <a:endParaRPr lang="en-IN" sz="1600" b="1" dirty="0">
              <a:solidFill>
                <a:schemeClr val="tx1"/>
              </a:solidFill>
            </a:endParaRPr>
          </a:p>
        </p:txBody>
      </p:sp>
      <p:sp>
        <p:nvSpPr>
          <p:cNvPr id="4" name="Rectangle 3">
            <a:extLst>
              <a:ext uri="{FF2B5EF4-FFF2-40B4-BE49-F238E27FC236}">
                <a16:creationId xmlns:a16="http://schemas.microsoft.com/office/drawing/2014/main" id="{71ACA4DF-BFB6-1901-348E-A1AFB9B912FF}"/>
              </a:ext>
            </a:extLst>
          </p:cNvPr>
          <p:cNvSpPr/>
          <p:nvPr/>
        </p:nvSpPr>
        <p:spPr>
          <a:xfrm>
            <a:off x="23853" y="6509941"/>
            <a:ext cx="12192000" cy="33691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sp>
        <p:nvSpPr>
          <p:cNvPr id="5" name="TextBox 4">
            <a:extLst>
              <a:ext uri="{FF2B5EF4-FFF2-40B4-BE49-F238E27FC236}">
                <a16:creationId xmlns:a16="http://schemas.microsoft.com/office/drawing/2014/main" id="{D97EA936-0C2C-3D72-A0CA-F42247FC70ED}"/>
              </a:ext>
            </a:extLst>
          </p:cNvPr>
          <p:cNvSpPr txBox="1"/>
          <p:nvPr/>
        </p:nvSpPr>
        <p:spPr>
          <a:xfrm>
            <a:off x="1394104" y="773651"/>
            <a:ext cx="9451497" cy="5632311"/>
          </a:xfrm>
          <a:prstGeom prst="rect">
            <a:avLst/>
          </a:prstGeom>
          <a:noFill/>
        </p:spPr>
        <p:txBody>
          <a:bodyPr wrap="square" rtlCol="0">
            <a:spAutoFit/>
          </a:bodyPr>
          <a:lstStyle/>
          <a:p>
            <a:r>
              <a:rPr lang="en-US" dirty="0"/>
              <a:t>Chaitanya </a:t>
            </a:r>
            <a:r>
              <a:rPr lang="en-US" dirty="0" err="1"/>
              <a:t>Rajmane</a:t>
            </a:r>
            <a:r>
              <a:rPr lang="en-US" dirty="0"/>
              <a:t> has worked closely with Rajas on the coding aspect, assisting with troubleshooting logic, refining algorithms, and optimizing the integration of modules. Additionally, Chaitanya has contributed by exploring the future potential of IoT integration within the system, laying groundwork for features such as remote monitoring and cloud connectivity. His contributions bridge current implementation with forward-looking enhancements.</a:t>
            </a:r>
          </a:p>
          <a:p>
            <a:endParaRPr lang="en-US" dirty="0"/>
          </a:p>
          <a:p>
            <a:r>
              <a:rPr lang="en-US" dirty="0"/>
              <a:t>Kunal </a:t>
            </a:r>
            <a:r>
              <a:rPr lang="en-US" dirty="0" err="1"/>
              <a:t>Rahangdale</a:t>
            </a:r>
            <a:r>
              <a:rPr lang="en-US" dirty="0"/>
              <a:t> has supported Rahul in documentation activities while simultaneously investigating how AI technologies could be incorporated into the project. His work includes conceptual exploration of predictive analytics, pattern recognition, and intelligent automation possibilities that could enrich the system's functionality in later stages. Kunal’s involvement broadens the innovation scope of the project.</a:t>
            </a:r>
          </a:p>
          <a:p>
            <a:endParaRPr lang="en-US" dirty="0"/>
          </a:p>
          <a:p>
            <a:r>
              <a:rPr lang="en-US" dirty="0"/>
              <a:t>Overall Evaluation</a:t>
            </a:r>
          </a:p>
          <a:p>
            <a:endParaRPr lang="en-US" dirty="0"/>
          </a:p>
          <a:p>
            <a:r>
              <a:rPr lang="en-US" dirty="0"/>
              <a:t>The group has demonstrated strong interdisciplinary collaboration—spanning electronics, coding, documentation, and advanced technology research. All members are contributing effectively within their roles, and their combined efforts reflect solid project momentum, good communication, and technical competency. The current progress indicates a successful trajectory toward a fully-realized final implementation.</a:t>
            </a:r>
          </a:p>
        </p:txBody>
      </p:sp>
    </p:spTree>
    <p:extLst>
      <p:ext uri="{BB962C8B-B14F-4D97-AF65-F5344CB8AC3E}">
        <p14:creationId xmlns:p14="http://schemas.microsoft.com/office/powerpoint/2010/main" val="142722089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F48FB-1351-E796-2BBD-DEC4D6421B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188515-FDB7-4D98-C4E0-7DC5723C6FBB}"/>
              </a:ext>
            </a:extLst>
          </p:cNvPr>
          <p:cNvSpPr>
            <a:spLocks noGrp="1"/>
          </p:cNvSpPr>
          <p:nvPr>
            <p:ph type="title"/>
          </p:nvPr>
        </p:nvSpPr>
        <p:spPr>
          <a:xfrm>
            <a:off x="776068" y="28137"/>
            <a:ext cx="10515600" cy="970672"/>
          </a:xfrm>
        </p:spPr>
        <p:txBody>
          <a:bodyPr>
            <a:normAutofit/>
          </a:bodyPr>
          <a:lstStyle/>
          <a:p>
            <a:pPr algn="ctr"/>
            <a:r>
              <a:rPr lang="en-IN" sz="3600" b="1" dirty="0"/>
              <a:t>   </a:t>
            </a:r>
          </a:p>
        </p:txBody>
      </p:sp>
      <p:sp>
        <p:nvSpPr>
          <p:cNvPr id="3" name="Content Placeholder 2">
            <a:extLst>
              <a:ext uri="{FF2B5EF4-FFF2-40B4-BE49-F238E27FC236}">
                <a16:creationId xmlns:a16="http://schemas.microsoft.com/office/drawing/2014/main" id="{A21F4CD5-0530-7EC8-CF92-A7F9F25C6892}"/>
              </a:ext>
            </a:extLst>
          </p:cNvPr>
          <p:cNvSpPr>
            <a:spLocks noGrp="1"/>
          </p:cNvSpPr>
          <p:nvPr>
            <p:ph idx="1"/>
          </p:nvPr>
        </p:nvSpPr>
        <p:spPr>
          <a:xfrm>
            <a:off x="838200" y="801859"/>
            <a:ext cx="10515600" cy="5852160"/>
          </a:xfrm>
        </p:spPr>
        <p:txBody>
          <a:bodyPr/>
          <a:lstStyle/>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r>
              <a:rPr lang="en-IN" sz="2400" dirty="0">
                <a:solidFill>
                  <a:schemeClr val="bg2">
                    <a:lumMod val="75000"/>
                  </a:schemeClr>
                </a:solidFill>
              </a:rPr>
              <a:t>                                                     </a:t>
            </a:r>
            <a:endParaRPr lang="en-IN" sz="24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33077CF6-5B12-2BB4-A820-488C50C13C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66164" cy="1092460"/>
          </a:xfrm>
          <a:prstGeom prst="rect">
            <a:avLst/>
          </a:prstGeom>
        </p:spPr>
      </p:pic>
      <p:sp>
        <p:nvSpPr>
          <p:cNvPr id="11" name="Slide Number Placeholder 4">
            <a:extLst>
              <a:ext uri="{FF2B5EF4-FFF2-40B4-BE49-F238E27FC236}">
                <a16:creationId xmlns:a16="http://schemas.microsoft.com/office/drawing/2014/main" id="{3749B731-11F8-A726-29FD-37F35C987741}"/>
              </a:ext>
            </a:extLst>
          </p:cNvPr>
          <p:cNvSpPr>
            <a:spLocks noGrp="1"/>
          </p:cNvSpPr>
          <p:nvPr>
            <p:ph type="sldNum" sz="quarter" idx="12"/>
          </p:nvPr>
        </p:nvSpPr>
        <p:spPr>
          <a:xfrm>
            <a:off x="11470968" y="6509940"/>
            <a:ext cx="721032" cy="365125"/>
          </a:xfrm>
        </p:spPr>
        <p:txBody>
          <a:bodyPr/>
          <a:lstStyle/>
          <a:p>
            <a:fld id="{3FCAF691-C30B-4477-A4FB-AFF7F164B000}" type="slidenum">
              <a:rPr lang="en-IN" sz="1600" b="1">
                <a:solidFill>
                  <a:schemeClr val="tx1"/>
                </a:solidFill>
              </a:rPr>
              <a:pPr/>
              <a:t>20</a:t>
            </a:fld>
            <a:endParaRPr lang="en-IN" sz="1600" b="1" dirty="0">
              <a:solidFill>
                <a:schemeClr val="tx1"/>
              </a:solidFill>
            </a:endParaRPr>
          </a:p>
        </p:txBody>
      </p:sp>
      <p:sp>
        <p:nvSpPr>
          <p:cNvPr id="4" name="Rectangle 3">
            <a:extLst>
              <a:ext uri="{FF2B5EF4-FFF2-40B4-BE49-F238E27FC236}">
                <a16:creationId xmlns:a16="http://schemas.microsoft.com/office/drawing/2014/main" id="{BEFCD33B-9421-D553-E3D2-660B706820AC}"/>
              </a:ext>
            </a:extLst>
          </p:cNvPr>
          <p:cNvSpPr/>
          <p:nvPr/>
        </p:nvSpPr>
        <p:spPr>
          <a:xfrm>
            <a:off x="23853" y="6509941"/>
            <a:ext cx="12192000" cy="33691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pic>
        <p:nvPicPr>
          <p:cNvPr id="7" name="Picture 6" descr="A bunch of wires and electronic devices&#10;&#10;AI-generated content may be incorrect.">
            <a:extLst>
              <a:ext uri="{FF2B5EF4-FFF2-40B4-BE49-F238E27FC236}">
                <a16:creationId xmlns:a16="http://schemas.microsoft.com/office/drawing/2014/main" id="{C934D0D3-1AE6-A927-1AED-14C0EDE624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854" y="1573243"/>
            <a:ext cx="5707978" cy="4280984"/>
          </a:xfrm>
          <a:prstGeom prst="rect">
            <a:avLst/>
          </a:prstGeom>
        </p:spPr>
      </p:pic>
      <p:pic>
        <p:nvPicPr>
          <p:cNvPr id="10" name="Picture 9" descr="A group of wires and electronic components on a table&#10;&#10;AI-generated content may be incorrect.">
            <a:extLst>
              <a:ext uri="{FF2B5EF4-FFF2-40B4-BE49-F238E27FC236}">
                <a16:creationId xmlns:a16="http://schemas.microsoft.com/office/drawing/2014/main" id="{0C14093A-2A94-2F0F-D9AC-96E4EC45C4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13167" y="1573243"/>
            <a:ext cx="5707979" cy="4280984"/>
          </a:xfrm>
          <a:prstGeom prst="rect">
            <a:avLst/>
          </a:prstGeom>
        </p:spPr>
      </p:pic>
    </p:spTree>
    <p:extLst>
      <p:ext uri="{BB962C8B-B14F-4D97-AF65-F5344CB8AC3E}">
        <p14:creationId xmlns:p14="http://schemas.microsoft.com/office/powerpoint/2010/main" val="9583294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31D58-E188-7DDB-8B70-B91BD1F66A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FCBC76-D3FA-0E5F-FB37-B41DC5446FBA}"/>
              </a:ext>
            </a:extLst>
          </p:cNvPr>
          <p:cNvSpPr>
            <a:spLocks noGrp="1"/>
          </p:cNvSpPr>
          <p:nvPr>
            <p:ph type="title"/>
          </p:nvPr>
        </p:nvSpPr>
        <p:spPr>
          <a:xfrm>
            <a:off x="776068" y="28137"/>
            <a:ext cx="10515600" cy="970672"/>
          </a:xfrm>
        </p:spPr>
        <p:txBody>
          <a:bodyPr>
            <a:normAutofit/>
          </a:bodyPr>
          <a:lstStyle/>
          <a:p>
            <a:pPr algn="ctr"/>
            <a:r>
              <a:rPr lang="en-IN" sz="3600" b="1" dirty="0"/>
              <a:t>   </a:t>
            </a:r>
          </a:p>
        </p:txBody>
      </p:sp>
      <p:sp>
        <p:nvSpPr>
          <p:cNvPr id="3" name="Content Placeholder 2">
            <a:extLst>
              <a:ext uri="{FF2B5EF4-FFF2-40B4-BE49-F238E27FC236}">
                <a16:creationId xmlns:a16="http://schemas.microsoft.com/office/drawing/2014/main" id="{EA063ECC-EDBB-C00E-0A14-11AB02F61B98}"/>
              </a:ext>
            </a:extLst>
          </p:cNvPr>
          <p:cNvSpPr>
            <a:spLocks noGrp="1"/>
          </p:cNvSpPr>
          <p:nvPr>
            <p:ph idx="1"/>
          </p:nvPr>
        </p:nvSpPr>
        <p:spPr>
          <a:xfrm>
            <a:off x="838200" y="801859"/>
            <a:ext cx="10515600" cy="5852160"/>
          </a:xfrm>
        </p:spPr>
        <p:txBody>
          <a:bodyPr/>
          <a:lstStyle/>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r>
              <a:rPr lang="en-IN" sz="2400" dirty="0">
                <a:solidFill>
                  <a:schemeClr val="bg2">
                    <a:lumMod val="75000"/>
                  </a:schemeClr>
                </a:solidFill>
              </a:rPr>
              <a:t>                                                     </a:t>
            </a:r>
            <a:endParaRPr lang="en-IN" sz="24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DE96BC79-00D1-4DCA-5357-35442993CF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66164" cy="1092460"/>
          </a:xfrm>
          <a:prstGeom prst="rect">
            <a:avLst/>
          </a:prstGeom>
        </p:spPr>
      </p:pic>
      <p:sp>
        <p:nvSpPr>
          <p:cNvPr id="11" name="Slide Number Placeholder 4">
            <a:extLst>
              <a:ext uri="{FF2B5EF4-FFF2-40B4-BE49-F238E27FC236}">
                <a16:creationId xmlns:a16="http://schemas.microsoft.com/office/drawing/2014/main" id="{BCDB5009-1602-53EF-8077-FE7D8FBB550C}"/>
              </a:ext>
            </a:extLst>
          </p:cNvPr>
          <p:cNvSpPr>
            <a:spLocks noGrp="1"/>
          </p:cNvSpPr>
          <p:nvPr>
            <p:ph type="sldNum" sz="quarter" idx="12"/>
          </p:nvPr>
        </p:nvSpPr>
        <p:spPr>
          <a:xfrm>
            <a:off x="11470968" y="6509940"/>
            <a:ext cx="721032" cy="365125"/>
          </a:xfrm>
        </p:spPr>
        <p:txBody>
          <a:bodyPr/>
          <a:lstStyle/>
          <a:p>
            <a:fld id="{3FCAF691-C30B-4477-A4FB-AFF7F164B000}" type="slidenum">
              <a:rPr lang="en-IN" sz="1600" b="1">
                <a:solidFill>
                  <a:schemeClr val="tx1"/>
                </a:solidFill>
              </a:rPr>
              <a:pPr/>
              <a:t>21</a:t>
            </a:fld>
            <a:endParaRPr lang="en-IN" sz="1600" b="1" dirty="0">
              <a:solidFill>
                <a:schemeClr val="tx1"/>
              </a:solidFill>
            </a:endParaRPr>
          </a:p>
        </p:txBody>
      </p:sp>
      <p:sp>
        <p:nvSpPr>
          <p:cNvPr id="4" name="Rectangle 3">
            <a:extLst>
              <a:ext uri="{FF2B5EF4-FFF2-40B4-BE49-F238E27FC236}">
                <a16:creationId xmlns:a16="http://schemas.microsoft.com/office/drawing/2014/main" id="{1D028D9E-3453-F80B-338F-A3D1415B43A5}"/>
              </a:ext>
            </a:extLst>
          </p:cNvPr>
          <p:cNvSpPr/>
          <p:nvPr/>
        </p:nvSpPr>
        <p:spPr>
          <a:xfrm>
            <a:off x="23853" y="6509941"/>
            <a:ext cx="12192000" cy="33691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pic>
        <p:nvPicPr>
          <p:cNvPr id="6" name="Picture 5" descr="A close-up of a digital display&#10;&#10;AI-generated content may be incorrect.">
            <a:extLst>
              <a:ext uri="{FF2B5EF4-FFF2-40B4-BE49-F238E27FC236}">
                <a16:creationId xmlns:a16="http://schemas.microsoft.com/office/drawing/2014/main" id="{D3143255-BF55-A8F6-C532-A48D143767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6473" y="1475815"/>
            <a:ext cx="5800938" cy="4350704"/>
          </a:xfrm>
          <a:prstGeom prst="rect">
            <a:avLst/>
          </a:prstGeom>
        </p:spPr>
      </p:pic>
      <p:pic>
        <p:nvPicPr>
          <p:cNvPr id="8" name="Picture 7" descr="A close-up of a digital display">
            <a:extLst>
              <a:ext uri="{FF2B5EF4-FFF2-40B4-BE49-F238E27FC236}">
                <a16:creationId xmlns:a16="http://schemas.microsoft.com/office/drawing/2014/main" id="{2477C6EB-995C-44BD-27C9-A66CC9BE29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84589" y="1475815"/>
            <a:ext cx="5800938" cy="4350704"/>
          </a:xfrm>
          <a:prstGeom prst="rect">
            <a:avLst/>
          </a:prstGeom>
        </p:spPr>
      </p:pic>
    </p:spTree>
    <p:extLst>
      <p:ext uri="{BB962C8B-B14F-4D97-AF65-F5344CB8AC3E}">
        <p14:creationId xmlns:p14="http://schemas.microsoft.com/office/powerpoint/2010/main" val="268502397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D31FD-BFA4-132F-1FFC-C6940531ED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667E3-B071-B43F-885A-1854BDEDA69A}"/>
              </a:ext>
            </a:extLst>
          </p:cNvPr>
          <p:cNvSpPr>
            <a:spLocks noGrp="1"/>
          </p:cNvSpPr>
          <p:nvPr>
            <p:ph type="title"/>
          </p:nvPr>
        </p:nvSpPr>
        <p:spPr>
          <a:xfrm>
            <a:off x="776068" y="28137"/>
            <a:ext cx="10515600" cy="970672"/>
          </a:xfrm>
        </p:spPr>
        <p:txBody>
          <a:bodyPr>
            <a:normAutofit/>
          </a:bodyPr>
          <a:lstStyle/>
          <a:p>
            <a:pPr algn="ctr"/>
            <a:r>
              <a:rPr lang="en-IN" sz="3600" b="1" dirty="0"/>
              <a:t>   </a:t>
            </a:r>
          </a:p>
        </p:txBody>
      </p:sp>
      <p:sp>
        <p:nvSpPr>
          <p:cNvPr id="3" name="Content Placeholder 2">
            <a:extLst>
              <a:ext uri="{FF2B5EF4-FFF2-40B4-BE49-F238E27FC236}">
                <a16:creationId xmlns:a16="http://schemas.microsoft.com/office/drawing/2014/main" id="{D18D8C12-673A-2152-9829-5D9462AB72CF}"/>
              </a:ext>
            </a:extLst>
          </p:cNvPr>
          <p:cNvSpPr>
            <a:spLocks noGrp="1"/>
          </p:cNvSpPr>
          <p:nvPr>
            <p:ph idx="1"/>
          </p:nvPr>
        </p:nvSpPr>
        <p:spPr>
          <a:xfrm>
            <a:off x="838200" y="801859"/>
            <a:ext cx="10515600" cy="5852160"/>
          </a:xfrm>
        </p:spPr>
        <p:txBody>
          <a:bodyPr/>
          <a:lstStyle/>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r>
              <a:rPr lang="en-IN" sz="2400" dirty="0">
                <a:solidFill>
                  <a:schemeClr val="bg2">
                    <a:lumMod val="75000"/>
                  </a:schemeClr>
                </a:solidFill>
              </a:rPr>
              <a:t>                                                     </a:t>
            </a:r>
            <a:endParaRPr lang="en-IN" sz="24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61CB1569-777E-708E-C26A-38A7781F13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66164" cy="1092460"/>
          </a:xfrm>
          <a:prstGeom prst="rect">
            <a:avLst/>
          </a:prstGeom>
        </p:spPr>
      </p:pic>
      <p:sp>
        <p:nvSpPr>
          <p:cNvPr id="11" name="Slide Number Placeholder 4">
            <a:extLst>
              <a:ext uri="{FF2B5EF4-FFF2-40B4-BE49-F238E27FC236}">
                <a16:creationId xmlns:a16="http://schemas.microsoft.com/office/drawing/2014/main" id="{454C768D-8E01-7D78-F582-92742A639AAC}"/>
              </a:ext>
            </a:extLst>
          </p:cNvPr>
          <p:cNvSpPr>
            <a:spLocks noGrp="1"/>
          </p:cNvSpPr>
          <p:nvPr>
            <p:ph type="sldNum" sz="quarter" idx="12"/>
          </p:nvPr>
        </p:nvSpPr>
        <p:spPr>
          <a:xfrm>
            <a:off x="11470968" y="6509940"/>
            <a:ext cx="721032" cy="365125"/>
          </a:xfrm>
        </p:spPr>
        <p:txBody>
          <a:bodyPr/>
          <a:lstStyle/>
          <a:p>
            <a:fld id="{3FCAF691-C30B-4477-A4FB-AFF7F164B000}" type="slidenum">
              <a:rPr lang="en-IN" sz="1600" b="1">
                <a:solidFill>
                  <a:schemeClr val="tx1"/>
                </a:solidFill>
              </a:rPr>
              <a:pPr/>
              <a:t>22</a:t>
            </a:fld>
            <a:endParaRPr lang="en-IN" sz="1600" b="1" dirty="0">
              <a:solidFill>
                <a:schemeClr val="tx1"/>
              </a:solidFill>
            </a:endParaRPr>
          </a:p>
        </p:txBody>
      </p:sp>
      <p:sp>
        <p:nvSpPr>
          <p:cNvPr id="4" name="Rectangle 3">
            <a:extLst>
              <a:ext uri="{FF2B5EF4-FFF2-40B4-BE49-F238E27FC236}">
                <a16:creationId xmlns:a16="http://schemas.microsoft.com/office/drawing/2014/main" id="{60D3DA53-DD70-5FDA-A3D3-1D581A0261DA}"/>
              </a:ext>
            </a:extLst>
          </p:cNvPr>
          <p:cNvSpPr/>
          <p:nvPr/>
        </p:nvSpPr>
        <p:spPr>
          <a:xfrm>
            <a:off x="23853" y="6509941"/>
            <a:ext cx="12192000" cy="33691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pic>
        <p:nvPicPr>
          <p:cNvPr id="7" name="Picture 6" descr="A computer screen shot of a computer&#10;&#10;AI-generated content may be incorrect.">
            <a:extLst>
              <a:ext uri="{FF2B5EF4-FFF2-40B4-BE49-F238E27FC236}">
                <a16:creationId xmlns:a16="http://schemas.microsoft.com/office/drawing/2014/main" id="{4BBACBD6-5A52-71D0-77CB-C45B5CC1E7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66389" y="1266523"/>
            <a:ext cx="7859222" cy="4324954"/>
          </a:xfrm>
          <a:prstGeom prst="rect">
            <a:avLst/>
          </a:prstGeom>
        </p:spPr>
      </p:pic>
      <p:sp>
        <p:nvSpPr>
          <p:cNvPr id="8" name="TextBox 7">
            <a:extLst>
              <a:ext uri="{FF2B5EF4-FFF2-40B4-BE49-F238E27FC236}">
                <a16:creationId xmlns:a16="http://schemas.microsoft.com/office/drawing/2014/main" id="{179FC7C5-ACF2-8768-B48C-9C9A046D30A6}"/>
              </a:ext>
            </a:extLst>
          </p:cNvPr>
          <p:cNvSpPr txBox="1"/>
          <p:nvPr/>
        </p:nvSpPr>
        <p:spPr>
          <a:xfrm>
            <a:off x="1028297" y="429768"/>
            <a:ext cx="10191391" cy="707886"/>
          </a:xfrm>
          <a:prstGeom prst="rect">
            <a:avLst/>
          </a:prstGeom>
          <a:noFill/>
        </p:spPr>
        <p:txBody>
          <a:bodyPr wrap="square" rtlCol="0">
            <a:spAutoFit/>
          </a:bodyPr>
          <a:lstStyle/>
          <a:p>
            <a:r>
              <a:rPr lang="en-US" sz="4000" b="1" dirty="0"/>
              <a:t>         CIRCUIT DIAGRAM</a:t>
            </a:r>
            <a:endParaRPr lang="en-IN" sz="4000" b="1" dirty="0"/>
          </a:p>
        </p:txBody>
      </p:sp>
    </p:spTree>
    <p:extLst>
      <p:ext uri="{BB962C8B-B14F-4D97-AF65-F5344CB8AC3E}">
        <p14:creationId xmlns:p14="http://schemas.microsoft.com/office/powerpoint/2010/main" val="90368739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A309E-B0ED-8797-5964-027A66A675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2EFCE3-3CC7-7F83-E1BA-DC90A50919C3}"/>
              </a:ext>
            </a:extLst>
          </p:cNvPr>
          <p:cNvSpPr>
            <a:spLocks noGrp="1"/>
          </p:cNvSpPr>
          <p:nvPr>
            <p:ph type="title"/>
          </p:nvPr>
        </p:nvSpPr>
        <p:spPr>
          <a:xfrm>
            <a:off x="776068" y="28137"/>
            <a:ext cx="10515600" cy="970672"/>
          </a:xfrm>
        </p:spPr>
        <p:txBody>
          <a:bodyPr>
            <a:normAutofit/>
          </a:bodyPr>
          <a:lstStyle/>
          <a:p>
            <a:pPr algn="ctr"/>
            <a:r>
              <a:rPr lang="en-IN" sz="3600" b="1" dirty="0"/>
              <a:t>   </a:t>
            </a:r>
          </a:p>
        </p:txBody>
      </p:sp>
      <p:sp>
        <p:nvSpPr>
          <p:cNvPr id="3" name="Content Placeholder 2">
            <a:extLst>
              <a:ext uri="{FF2B5EF4-FFF2-40B4-BE49-F238E27FC236}">
                <a16:creationId xmlns:a16="http://schemas.microsoft.com/office/drawing/2014/main" id="{4A5267CB-743C-2553-4AD3-4F681E4F011C}"/>
              </a:ext>
            </a:extLst>
          </p:cNvPr>
          <p:cNvSpPr>
            <a:spLocks noGrp="1"/>
          </p:cNvSpPr>
          <p:nvPr>
            <p:ph idx="1"/>
          </p:nvPr>
        </p:nvSpPr>
        <p:spPr>
          <a:xfrm>
            <a:off x="838200" y="801859"/>
            <a:ext cx="10515600" cy="5852160"/>
          </a:xfrm>
        </p:spPr>
        <p:txBody>
          <a:bodyPr/>
          <a:lstStyle/>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r>
              <a:rPr lang="en-IN" sz="2400" dirty="0">
                <a:solidFill>
                  <a:schemeClr val="bg2">
                    <a:lumMod val="75000"/>
                  </a:schemeClr>
                </a:solidFill>
              </a:rPr>
              <a:t>                                                     </a:t>
            </a:r>
            <a:endParaRPr lang="en-IN" sz="24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1ECAFEC4-2157-BEFD-166C-71DA538440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66164" cy="1092460"/>
          </a:xfrm>
          <a:prstGeom prst="rect">
            <a:avLst/>
          </a:prstGeom>
        </p:spPr>
      </p:pic>
      <p:sp>
        <p:nvSpPr>
          <p:cNvPr id="11" name="Slide Number Placeholder 4">
            <a:extLst>
              <a:ext uri="{FF2B5EF4-FFF2-40B4-BE49-F238E27FC236}">
                <a16:creationId xmlns:a16="http://schemas.microsoft.com/office/drawing/2014/main" id="{D1D8CAE2-685F-5E61-46B2-F22651629C37}"/>
              </a:ext>
            </a:extLst>
          </p:cNvPr>
          <p:cNvSpPr>
            <a:spLocks noGrp="1"/>
          </p:cNvSpPr>
          <p:nvPr>
            <p:ph type="sldNum" sz="quarter" idx="12"/>
          </p:nvPr>
        </p:nvSpPr>
        <p:spPr>
          <a:xfrm>
            <a:off x="11470968" y="6509940"/>
            <a:ext cx="721032" cy="365125"/>
          </a:xfrm>
        </p:spPr>
        <p:txBody>
          <a:bodyPr/>
          <a:lstStyle/>
          <a:p>
            <a:fld id="{3FCAF691-C30B-4477-A4FB-AFF7F164B000}" type="slidenum">
              <a:rPr lang="en-IN" sz="1600" b="1">
                <a:solidFill>
                  <a:schemeClr val="tx1"/>
                </a:solidFill>
              </a:rPr>
              <a:pPr/>
              <a:t>23</a:t>
            </a:fld>
            <a:endParaRPr lang="en-IN" sz="1600" b="1" dirty="0">
              <a:solidFill>
                <a:schemeClr val="tx1"/>
              </a:solidFill>
            </a:endParaRPr>
          </a:p>
        </p:txBody>
      </p:sp>
      <p:sp>
        <p:nvSpPr>
          <p:cNvPr id="4" name="Rectangle 3">
            <a:extLst>
              <a:ext uri="{FF2B5EF4-FFF2-40B4-BE49-F238E27FC236}">
                <a16:creationId xmlns:a16="http://schemas.microsoft.com/office/drawing/2014/main" id="{D6D21E3A-389D-C1F2-AF59-817644106499}"/>
              </a:ext>
            </a:extLst>
          </p:cNvPr>
          <p:cNvSpPr/>
          <p:nvPr/>
        </p:nvSpPr>
        <p:spPr>
          <a:xfrm>
            <a:off x="23853" y="6509941"/>
            <a:ext cx="12192000" cy="33691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pic>
        <p:nvPicPr>
          <p:cNvPr id="6" name="Picture 5" descr="A screenshot of a computer">
            <a:extLst>
              <a:ext uri="{FF2B5EF4-FFF2-40B4-BE49-F238E27FC236}">
                <a16:creationId xmlns:a16="http://schemas.microsoft.com/office/drawing/2014/main" id="{68A38C59-AFE4-3AA8-EDA5-361062820C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59246" y="998809"/>
            <a:ext cx="8977794" cy="5050009"/>
          </a:xfrm>
          <a:prstGeom prst="rect">
            <a:avLst/>
          </a:prstGeom>
        </p:spPr>
      </p:pic>
    </p:spTree>
    <p:extLst>
      <p:ext uri="{BB962C8B-B14F-4D97-AF65-F5344CB8AC3E}">
        <p14:creationId xmlns:p14="http://schemas.microsoft.com/office/powerpoint/2010/main" val="178886194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34D19-DD9E-BA88-22F8-26FB8193EA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C4FDEF-90E8-5108-36BC-B7F37269D2A3}"/>
              </a:ext>
            </a:extLst>
          </p:cNvPr>
          <p:cNvSpPr>
            <a:spLocks noGrp="1"/>
          </p:cNvSpPr>
          <p:nvPr>
            <p:ph type="title"/>
          </p:nvPr>
        </p:nvSpPr>
        <p:spPr>
          <a:xfrm>
            <a:off x="776068" y="28137"/>
            <a:ext cx="10515600" cy="970672"/>
          </a:xfrm>
        </p:spPr>
        <p:txBody>
          <a:bodyPr>
            <a:normAutofit/>
          </a:bodyPr>
          <a:lstStyle/>
          <a:p>
            <a:pPr algn="ctr"/>
            <a:r>
              <a:rPr lang="en-IN" sz="3600" b="1" dirty="0"/>
              <a:t>   </a:t>
            </a:r>
          </a:p>
        </p:txBody>
      </p:sp>
      <p:sp>
        <p:nvSpPr>
          <p:cNvPr id="3" name="Content Placeholder 2">
            <a:extLst>
              <a:ext uri="{FF2B5EF4-FFF2-40B4-BE49-F238E27FC236}">
                <a16:creationId xmlns:a16="http://schemas.microsoft.com/office/drawing/2014/main" id="{B29500D9-14E7-5134-B60A-984F8B3D7FBF}"/>
              </a:ext>
            </a:extLst>
          </p:cNvPr>
          <p:cNvSpPr>
            <a:spLocks noGrp="1"/>
          </p:cNvSpPr>
          <p:nvPr>
            <p:ph idx="1"/>
          </p:nvPr>
        </p:nvSpPr>
        <p:spPr>
          <a:xfrm>
            <a:off x="838200" y="801859"/>
            <a:ext cx="10515600" cy="5852160"/>
          </a:xfrm>
        </p:spPr>
        <p:txBody>
          <a:bodyPr/>
          <a:lstStyle/>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r>
              <a:rPr lang="en-IN" sz="2400" dirty="0">
                <a:solidFill>
                  <a:schemeClr val="bg2">
                    <a:lumMod val="75000"/>
                  </a:schemeClr>
                </a:solidFill>
              </a:rPr>
              <a:t>                                                     </a:t>
            </a:r>
            <a:endParaRPr lang="en-IN" sz="24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5F344FB5-DA33-0642-A9F2-C68185AEA3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66164" cy="1092460"/>
          </a:xfrm>
          <a:prstGeom prst="rect">
            <a:avLst/>
          </a:prstGeom>
        </p:spPr>
      </p:pic>
      <p:sp>
        <p:nvSpPr>
          <p:cNvPr id="11" name="Slide Number Placeholder 4">
            <a:extLst>
              <a:ext uri="{FF2B5EF4-FFF2-40B4-BE49-F238E27FC236}">
                <a16:creationId xmlns:a16="http://schemas.microsoft.com/office/drawing/2014/main" id="{A97B8FF1-C41A-7AC6-BFDE-1785BFE27E68}"/>
              </a:ext>
            </a:extLst>
          </p:cNvPr>
          <p:cNvSpPr>
            <a:spLocks noGrp="1"/>
          </p:cNvSpPr>
          <p:nvPr>
            <p:ph type="sldNum" sz="quarter" idx="12"/>
          </p:nvPr>
        </p:nvSpPr>
        <p:spPr>
          <a:xfrm>
            <a:off x="11470968" y="6509940"/>
            <a:ext cx="721032" cy="365125"/>
          </a:xfrm>
        </p:spPr>
        <p:txBody>
          <a:bodyPr/>
          <a:lstStyle/>
          <a:p>
            <a:fld id="{3FCAF691-C30B-4477-A4FB-AFF7F164B000}" type="slidenum">
              <a:rPr lang="en-IN" sz="1600" b="1">
                <a:solidFill>
                  <a:schemeClr val="tx1"/>
                </a:solidFill>
              </a:rPr>
              <a:pPr/>
              <a:t>24</a:t>
            </a:fld>
            <a:endParaRPr lang="en-IN" sz="1600" b="1" dirty="0">
              <a:solidFill>
                <a:schemeClr val="tx1"/>
              </a:solidFill>
            </a:endParaRPr>
          </a:p>
        </p:txBody>
      </p:sp>
      <p:sp>
        <p:nvSpPr>
          <p:cNvPr id="4" name="Rectangle 3">
            <a:extLst>
              <a:ext uri="{FF2B5EF4-FFF2-40B4-BE49-F238E27FC236}">
                <a16:creationId xmlns:a16="http://schemas.microsoft.com/office/drawing/2014/main" id="{72EF3CA8-40C9-554F-1E91-7F6D750995EE}"/>
              </a:ext>
            </a:extLst>
          </p:cNvPr>
          <p:cNvSpPr/>
          <p:nvPr/>
        </p:nvSpPr>
        <p:spPr>
          <a:xfrm>
            <a:off x="23853" y="6509941"/>
            <a:ext cx="12192000" cy="33691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pic>
        <p:nvPicPr>
          <p:cNvPr id="7" name="Picture 6" descr="A computer screen with text on it">
            <a:extLst>
              <a:ext uri="{FF2B5EF4-FFF2-40B4-BE49-F238E27FC236}">
                <a16:creationId xmlns:a16="http://schemas.microsoft.com/office/drawing/2014/main" id="{65BC0325-22D8-6C51-35D7-B73494F8A0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0332" y="662234"/>
            <a:ext cx="4830888" cy="2813445"/>
          </a:xfrm>
          <a:prstGeom prst="rect">
            <a:avLst/>
          </a:prstGeom>
        </p:spPr>
      </p:pic>
      <p:pic>
        <p:nvPicPr>
          <p:cNvPr id="10" name="Picture 9" descr="A computer screen with text on it&#10;&#10;AI-generated content may be incorrect.">
            <a:extLst>
              <a:ext uri="{FF2B5EF4-FFF2-40B4-BE49-F238E27FC236}">
                <a16:creationId xmlns:a16="http://schemas.microsoft.com/office/drawing/2014/main" id="{963D3266-31FF-35B7-0765-B5A97F6DEEC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6717" y="3632409"/>
            <a:ext cx="4824503" cy="2645328"/>
          </a:xfrm>
          <a:prstGeom prst="rect">
            <a:avLst/>
          </a:prstGeom>
        </p:spPr>
      </p:pic>
      <p:pic>
        <p:nvPicPr>
          <p:cNvPr id="13" name="Picture 12" descr="A computer screen with text on it&#10;&#10;AI-generated content may be incorrect.">
            <a:extLst>
              <a:ext uri="{FF2B5EF4-FFF2-40B4-BE49-F238E27FC236}">
                <a16:creationId xmlns:a16="http://schemas.microsoft.com/office/drawing/2014/main" id="{C0A6C9AB-B1E3-4405-74F2-F9CFF0DD7B3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29132" y="698419"/>
            <a:ext cx="4768754" cy="2777260"/>
          </a:xfrm>
          <a:prstGeom prst="rect">
            <a:avLst/>
          </a:prstGeom>
        </p:spPr>
      </p:pic>
      <p:pic>
        <p:nvPicPr>
          <p:cNvPr id="15" name="Picture 14" descr="A computer screen with text on it">
            <a:extLst>
              <a:ext uri="{FF2B5EF4-FFF2-40B4-BE49-F238E27FC236}">
                <a16:creationId xmlns:a16="http://schemas.microsoft.com/office/drawing/2014/main" id="{AC66CF1C-C2A1-6E01-CD5A-916391D5E7E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29131" y="3615304"/>
            <a:ext cx="4768753" cy="2645328"/>
          </a:xfrm>
          <a:prstGeom prst="rect">
            <a:avLst/>
          </a:prstGeom>
        </p:spPr>
      </p:pic>
    </p:spTree>
    <p:extLst>
      <p:ext uri="{BB962C8B-B14F-4D97-AF65-F5344CB8AC3E}">
        <p14:creationId xmlns:p14="http://schemas.microsoft.com/office/powerpoint/2010/main" val="377376943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0586A-B8FD-1D36-2E11-2EFB684A33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A2668C-50D5-5537-16E4-5EEB102AFC50}"/>
              </a:ext>
            </a:extLst>
          </p:cNvPr>
          <p:cNvSpPr>
            <a:spLocks noGrp="1"/>
          </p:cNvSpPr>
          <p:nvPr>
            <p:ph type="title"/>
          </p:nvPr>
        </p:nvSpPr>
        <p:spPr>
          <a:xfrm>
            <a:off x="776068" y="28137"/>
            <a:ext cx="10515600" cy="970672"/>
          </a:xfrm>
        </p:spPr>
        <p:txBody>
          <a:bodyPr>
            <a:normAutofit/>
          </a:bodyPr>
          <a:lstStyle/>
          <a:p>
            <a:pPr algn="ctr"/>
            <a:r>
              <a:rPr lang="en-IN" sz="3600" b="1" dirty="0"/>
              <a:t>   </a:t>
            </a:r>
          </a:p>
        </p:txBody>
      </p:sp>
      <p:sp>
        <p:nvSpPr>
          <p:cNvPr id="3" name="Content Placeholder 2">
            <a:extLst>
              <a:ext uri="{FF2B5EF4-FFF2-40B4-BE49-F238E27FC236}">
                <a16:creationId xmlns:a16="http://schemas.microsoft.com/office/drawing/2014/main" id="{1A880A1C-FAD0-51F0-A035-29CDC1664D03}"/>
              </a:ext>
            </a:extLst>
          </p:cNvPr>
          <p:cNvSpPr>
            <a:spLocks noGrp="1"/>
          </p:cNvSpPr>
          <p:nvPr>
            <p:ph idx="1"/>
          </p:nvPr>
        </p:nvSpPr>
        <p:spPr>
          <a:xfrm>
            <a:off x="838200" y="801859"/>
            <a:ext cx="10515600" cy="5852160"/>
          </a:xfrm>
        </p:spPr>
        <p:txBody>
          <a:bodyPr/>
          <a:lstStyle/>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endParaRPr lang="en-IN" sz="2400" dirty="0">
              <a:solidFill>
                <a:schemeClr val="bg2">
                  <a:lumMod val="75000"/>
                </a:schemeClr>
              </a:solidFill>
            </a:endParaRPr>
          </a:p>
          <a:p>
            <a:pPr marL="0" indent="0">
              <a:buNone/>
            </a:pPr>
            <a:r>
              <a:rPr lang="en-IN" sz="2400" dirty="0">
                <a:solidFill>
                  <a:schemeClr val="bg2">
                    <a:lumMod val="75000"/>
                  </a:schemeClr>
                </a:solidFill>
              </a:rPr>
              <a:t>                                                     </a:t>
            </a:r>
            <a:endParaRPr lang="en-IN" sz="2400" dirty="0">
              <a:latin typeface="Arial Rounded MT Bold" panose="020F0704030504030204" pitchFamily="34" charset="0"/>
            </a:endParaRPr>
          </a:p>
        </p:txBody>
      </p:sp>
      <p:pic>
        <p:nvPicPr>
          <p:cNvPr id="9" name="Picture 8">
            <a:extLst>
              <a:ext uri="{FF2B5EF4-FFF2-40B4-BE49-F238E27FC236}">
                <a16:creationId xmlns:a16="http://schemas.microsoft.com/office/drawing/2014/main" id="{490B07E3-44F8-7414-1766-41E17B744D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66164" cy="1092460"/>
          </a:xfrm>
          <a:prstGeom prst="rect">
            <a:avLst/>
          </a:prstGeom>
        </p:spPr>
      </p:pic>
      <p:sp>
        <p:nvSpPr>
          <p:cNvPr id="11" name="Slide Number Placeholder 4">
            <a:extLst>
              <a:ext uri="{FF2B5EF4-FFF2-40B4-BE49-F238E27FC236}">
                <a16:creationId xmlns:a16="http://schemas.microsoft.com/office/drawing/2014/main" id="{86EF3360-A928-A252-475A-C627B585F536}"/>
              </a:ext>
            </a:extLst>
          </p:cNvPr>
          <p:cNvSpPr>
            <a:spLocks noGrp="1"/>
          </p:cNvSpPr>
          <p:nvPr>
            <p:ph type="sldNum" sz="quarter" idx="12"/>
          </p:nvPr>
        </p:nvSpPr>
        <p:spPr>
          <a:xfrm>
            <a:off x="11470968" y="6509940"/>
            <a:ext cx="721032" cy="365125"/>
          </a:xfrm>
        </p:spPr>
        <p:txBody>
          <a:bodyPr/>
          <a:lstStyle/>
          <a:p>
            <a:fld id="{3FCAF691-C30B-4477-A4FB-AFF7F164B000}" type="slidenum">
              <a:rPr lang="en-IN" sz="1600" b="1">
                <a:solidFill>
                  <a:schemeClr val="tx1"/>
                </a:solidFill>
              </a:rPr>
              <a:pPr/>
              <a:t>25</a:t>
            </a:fld>
            <a:endParaRPr lang="en-IN" sz="1600" b="1" dirty="0">
              <a:solidFill>
                <a:schemeClr val="tx1"/>
              </a:solidFill>
            </a:endParaRPr>
          </a:p>
        </p:txBody>
      </p:sp>
      <p:sp>
        <p:nvSpPr>
          <p:cNvPr id="4" name="Rectangle 3">
            <a:extLst>
              <a:ext uri="{FF2B5EF4-FFF2-40B4-BE49-F238E27FC236}">
                <a16:creationId xmlns:a16="http://schemas.microsoft.com/office/drawing/2014/main" id="{98726AF4-26C0-85A0-1119-09623AAD20F0}"/>
              </a:ext>
            </a:extLst>
          </p:cNvPr>
          <p:cNvSpPr/>
          <p:nvPr/>
        </p:nvSpPr>
        <p:spPr>
          <a:xfrm>
            <a:off x="23853" y="6509941"/>
            <a:ext cx="12192000" cy="336916"/>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Roll Nos: 50,51,52,53, Department of Engineering, Sciences and Humanities, VIT, Pune                         </a:t>
            </a:r>
          </a:p>
        </p:txBody>
      </p:sp>
      <p:sp>
        <p:nvSpPr>
          <p:cNvPr id="5" name="TextBox 4">
            <a:extLst>
              <a:ext uri="{FF2B5EF4-FFF2-40B4-BE49-F238E27FC236}">
                <a16:creationId xmlns:a16="http://schemas.microsoft.com/office/drawing/2014/main" id="{8B7920F5-B188-193C-E183-14DEA805AC54}"/>
              </a:ext>
            </a:extLst>
          </p:cNvPr>
          <p:cNvSpPr txBox="1"/>
          <p:nvPr/>
        </p:nvSpPr>
        <p:spPr>
          <a:xfrm>
            <a:off x="1615440" y="2477762"/>
            <a:ext cx="8618220" cy="1323439"/>
          </a:xfrm>
          <a:prstGeom prst="rect">
            <a:avLst/>
          </a:prstGeom>
          <a:noFill/>
        </p:spPr>
        <p:txBody>
          <a:bodyPr wrap="square" rtlCol="0">
            <a:spAutoFit/>
          </a:bodyPr>
          <a:lstStyle/>
          <a:p>
            <a:pPr algn="ctr"/>
            <a:r>
              <a:rPr lang="en-US" sz="8000" b="1" dirty="0">
                <a:latin typeface="Arial Black" panose="020B0A04020102020204" pitchFamily="34" charset="0"/>
              </a:rPr>
              <a:t>Thank You!</a:t>
            </a:r>
          </a:p>
        </p:txBody>
      </p:sp>
    </p:spTree>
    <p:extLst>
      <p:ext uri="{BB962C8B-B14F-4D97-AF65-F5344CB8AC3E}">
        <p14:creationId xmlns:p14="http://schemas.microsoft.com/office/powerpoint/2010/main" val="337792784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TotalTime>
  <Words>2057</Words>
  <Application>Microsoft Office PowerPoint</Application>
  <PresentationFormat>Widescreen</PresentationFormat>
  <Paragraphs>377</Paragraphs>
  <Slides>25</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Aptos</vt:lpstr>
      <vt:lpstr>Aptos Display</vt:lpstr>
      <vt:lpstr>Arial</vt:lpstr>
      <vt:lpstr>Arial Black</vt:lpstr>
      <vt:lpstr>Arial Narrow</vt:lpstr>
      <vt:lpstr>Arial Rounded MT Bold</vt:lpstr>
      <vt:lpstr>Office Theme</vt:lpstr>
      <vt:lpstr>Applied Science and Engineering Project (ASEP) Course Code: CS1011 Mid Semester Review Activity Presentation</vt:lpstr>
      <vt:lpstr>Applied Science and Engineering Project 1 (ASEP1) Project_PPT for Mid Semester Assessment – November 2025</vt:lpstr>
      <vt:lpstr>   </vt:lpstr>
      <vt:lpstr>   </vt:lpstr>
      <vt:lpstr>   </vt:lpstr>
      <vt:lpstr>   </vt:lpstr>
      <vt:lpstr>   </vt:lpstr>
      <vt:lpstr>   </vt:lpstr>
      <vt:lpstr>   </vt:lpstr>
      <vt:lpstr>   </vt:lpstr>
      <vt:lpstr>   </vt:lpstr>
      <vt:lpstr>   </vt:lpstr>
      <vt:lpstr>   </vt:lpstr>
      <vt:lpstr>   </vt:lpstr>
      <vt:lpstr>   </vt:lpstr>
      <vt:lpstr>   </vt:lpstr>
      <vt:lpstr> Tools Used   </vt:lpstr>
      <vt:lpstr>Project Progress Review   </vt:lpstr>
      <vt:lpstr>   </vt:lpstr>
      <vt:lpstr>   </vt:lpstr>
      <vt:lpstr>   </vt:lpstr>
      <vt:lpstr>   </vt:lpstr>
      <vt:lpstr>   </vt:lpstr>
      <vt:lpstr>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Rahul Gore</dc:creator>
  <cp:lastModifiedBy>Rajas Ghongade</cp:lastModifiedBy>
  <cp:revision>14</cp:revision>
  <dcterms:created xsi:type="dcterms:W3CDTF">2025-11-27T10:28:23Z</dcterms:created>
  <dcterms:modified xsi:type="dcterms:W3CDTF">2025-12-12T04:24:26Z</dcterms:modified>
</cp:coreProperties>
</file>